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5" r:id="rId1"/>
  </p:sldMasterIdLst>
  <p:notesMasterIdLst>
    <p:notesMasterId r:id="rId17"/>
  </p:notesMasterIdLst>
  <p:sldIdLst>
    <p:sldId id="256" r:id="rId2"/>
    <p:sldId id="259" r:id="rId3"/>
    <p:sldId id="282" r:id="rId4"/>
    <p:sldId id="262" r:id="rId5"/>
    <p:sldId id="287" r:id="rId6"/>
    <p:sldId id="313" r:id="rId7"/>
    <p:sldId id="314" r:id="rId8"/>
    <p:sldId id="315" r:id="rId9"/>
    <p:sldId id="263" r:id="rId10"/>
    <p:sldId id="312" r:id="rId11"/>
    <p:sldId id="261" r:id="rId12"/>
    <p:sldId id="258" r:id="rId13"/>
    <p:sldId id="270" r:id="rId14"/>
    <p:sldId id="316" r:id="rId15"/>
    <p:sldId id="29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11">
          <p15:clr>
            <a:srgbClr val="EA433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A969B-6AB8-4A40-82E9-A8D874190427}" v="66" dt="2025-12-05T16:32:03.037"/>
  </p1510:revLst>
</p1510:revInfo>
</file>

<file path=ppt/tableStyles.xml><?xml version="1.0" encoding="utf-8"?>
<a:tblStyleLst xmlns:a="http://schemas.openxmlformats.org/drawingml/2006/main" def="{3DD941FE-B82A-4EAD-8466-AC4584FAC2BF}">
  <a:tblStyle styleId="{3DD941FE-B82A-4EAD-8466-AC4584FAC2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1194" y="636"/>
      </p:cViewPr>
      <p:guideLst>
        <p:guide pos="53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Schaefer" userId="f302d8095f0a07cf" providerId="LiveId" clId="{E18254F6-5D61-49EA-970C-9766F06AF4DC}"/>
    <pc:docChg chg="undo custSel addSld delSld modSld sldOrd addMainMaster delMainMaster">
      <pc:chgData name="Jonas Schaefer" userId="f302d8095f0a07cf" providerId="LiveId" clId="{E18254F6-5D61-49EA-970C-9766F06AF4DC}" dt="2025-12-05T16:32:03.037" v="946"/>
      <pc:docMkLst>
        <pc:docMk/>
      </pc:docMkLst>
      <pc:sldChg chg="addSp delSp modSp mod">
        <pc:chgData name="Jonas Schaefer" userId="f302d8095f0a07cf" providerId="LiveId" clId="{E18254F6-5D61-49EA-970C-9766F06AF4DC}" dt="2025-12-05T04:05:01.666" v="598" actId="1035"/>
        <pc:sldMkLst>
          <pc:docMk/>
          <pc:sldMk cId="0" sldId="256"/>
        </pc:sldMkLst>
        <pc:spChg chg="mod">
          <ac:chgData name="Jonas Schaefer" userId="f302d8095f0a07cf" providerId="LiveId" clId="{E18254F6-5D61-49EA-970C-9766F06AF4DC}" dt="2025-12-05T04:05:01.666" v="598" actId="1035"/>
          <ac:spMkLst>
            <pc:docMk/>
            <pc:sldMk cId="0" sldId="256"/>
            <ac:spMk id="2638" creationId="{00000000-0000-0000-0000-000000000000}"/>
          </ac:spMkLst>
        </pc:spChg>
        <pc:picChg chg="add del mod">
          <ac:chgData name="Jonas Schaefer" userId="f302d8095f0a07cf" providerId="LiveId" clId="{E18254F6-5D61-49EA-970C-9766F06AF4DC}" dt="2025-12-05T04:03:49.154" v="591" actId="478"/>
          <ac:picMkLst>
            <pc:docMk/>
            <pc:sldMk cId="0" sldId="256"/>
            <ac:picMk id="2" creationId="{40385604-D622-0241-9B7A-B9330B590B46}"/>
          </ac:picMkLst>
        </pc:picChg>
        <pc:picChg chg="add del mod">
          <ac:chgData name="Jonas Schaefer" userId="f302d8095f0a07cf" providerId="LiveId" clId="{E18254F6-5D61-49EA-970C-9766F06AF4DC}" dt="2025-12-05T04:03:50.649" v="592" actId="478"/>
          <ac:picMkLst>
            <pc:docMk/>
            <pc:sldMk cId="0" sldId="256"/>
            <ac:picMk id="6146" creationId="{A8D402AD-61F0-26EC-5937-8A921ABAC64F}"/>
          </ac:picMkLst>
        </pc:picChg>
      </pc:sldChg>
      <pc:sldChg chg="addSp modSp mod ord">
        <pc:chgData name="Jonas Schaefer" userId="f302d8095f0a07cf" providerId="LiveId" clId="{E18254F6-5D61-49EA-970C-9766F06AF4DC}" dt="2025-12-05T13:27:01.831" v="849" actId="1035"/>
        <pc:sldMkLst>
          <pc:docMk/>
          <pc:sldMk cId="0" sldId="258"/>
        </pc:sldMkLst>
        <pc:spChg chg="mod">
          <ac:chgData name="Jonas Schaefer" userId="f302d8095f0a07cf" providerId="LiveId" clId="{E18254F6-5D61-49EA-970C-9766F06AF4DC}" dt="2025-12-05T13:27:01.831" v="849" actId="1035"/>
          <ac:spMkLst>
            <pc:docMk/>
            <pc:sldMk cId="0" sldId="258"/>
            <ac:spMk id="2660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13:27:01.831" v="849" actId="1035"/>
          <ac:spMkLst>
            <pc:docMk/>
            <pc:sldMk cId="0" sldId="258"/>
            <ac:spMk id="2661" creationId="{00000000-0000-0000-0000-000000000000}"/>
          </ac:spMkLst>
        </pc:spChg>
        <pc:grpChg chg="mod">
          <ac:chgData name="Jonas Schaefer" userId="f302d8095f0a07cf" providerId="LiveId" clId="{E18254F6-5D61-49EA-970C-9766F06AF4DC}" dt="2025-12-05T13:27:01.831" v="849" actId="1035"/>
          <ac:grpSpMkLst>
            <pc:docMk/>
            <pc:sldMk cId="0" sldId="258"/>
            <ac:grpSpMk id="2658" creationId="{00000000-0000-0000-0000-000000000000}"/>
          </ac:grpSpMkLst>
        </pc:grpChg>
        <pc:picChg chg="add mod">
          <ac:chgData name="Jonas Schaefer" userId="f302d8095f0a07cf" providerId="LiveId" clId="{E18254F6-5D61-49EA-970C-9766F06AF4DC}" dt="2025-12-05T13:25:16.973" v="792" actId="1076"/>
          <ac:picMkLst>
            <pc:docMk/>
            <pc:sldMk cId="0" sldId="258"/>
            <ac:picMk id="3" creationId="{E6F40CCB-31F9-77FE-1FD1-4167CFBBFD51}"/>
          </ac:picMkLst>
        </pc:picChg>
        <pc:picChg chg="add mod">
          <ac:chgData name="Jonas Schaefer" userId="f302d8095f0a07cf" providerId="LiveId" clId="{E18254F6-5D61-49EA-970C-9766F06AF4DC}" dt="2025-12-05T13:26:43.745" v="834" actId="1035"/>
          <ac:picMkLst>
            <pc:docMk/>
            <pc:sldMk cId="0" sldId="258"/>
            <ac:picMk id="5" creationId="{91FCEC7B-6360-20F5-48D9-A9E1EE133854}"/>
          </ac:picMkLst>
        </pc:picChg>
        <pc:cxnChg chg="mod">
          <ac:chgData name="Jonas Schaefer" userId="f302d8095f0a07cf" providerId="LiveId" clId="{E18254F6-5D61-49EA-970C-9766F06AF4DC}" dt="2025-12-05T13:27:01.831" v="849" actId="1035"/>
          <ac:cxnSpMkLst>
            <pc:docMk/>
            <pc:sldMk cId="0" sldId="258"/>
            <ac:cxnSpMk id="2655" creationId="{00000000-0000-0000-0000-000000000000}"/>
          </ac:cxnSpMkLst>
        </pc:cxnChg>
      </pc:sldChg>
      <pc:sldChg chg="modSp">
        <pc:chgData name="Jonas Schaefer" userId="f302d8095f0a07cf" providerId="LiveId" clId="{E18254F6-5D61-49EA-970C-9766F06AF4DC}" dt="2025-12-05T16:32:03.037" v="946"/>
        <pc:sldMkLst>
          <pc:docMk/>
          <pc:sldMk cId="0" sldId="259"/>
        </pc:sldMkLst>
        <pc:spChg chg="mod">
          <ac:chgData name="Jonas Schaefer" userId="f302d8095f0a07cf" providerId="LiveId" clId="{E18254F6-5D61-49EA-970C-9766F06AF4DC}" dt="2025-12-05T16:32:03.037" v="946"/>
          <ac:spMkLst>
            <pc:docMk/>
            <pc:sldMk cId="0" sldId="259"/>
            <ac:spMk id="2688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16:31:59.643" v="945"/>
          <ac:spMkLst>
            <pc:docMk/>
            <pc:sldMk cId="0" sldId="259"/>
            <ac:spMk id="2690" creationId="{00000000-0000-0000-0000-000000000000}"/>
          </ac:spMkLst>
        </pc:spChg>
      </pc:sldChg>
      <pc:sldChg chg="del">
        <pc:chgData name="Jonas Schaefer" userId="f302d8095f0a07cf" providerId="LiveId" clId="{E18254F6-5D61-49EA-970C-9766F06AF4DC}" dt="2025-12-05T13:29:27.077" v="858" actId="47"/>
        <pc:sldMkLst>
          <pc:docMk/>
          <pc:sldMk cId="0" sldId="260"/>
        </pc:sldMkLst>
      </pc:sldChg>
      <pc:sldChg chg="addSp modSp mod ord">
        <pc:chgData name="Jonas Schaefer" userId="f302d8095f0a07cf" providerId="LiveId" clId="{E18254F6-5D61-49EA-970C-9766F06AF4DC}" dt="2025-12-05T15:21:46.905" v="916" actId="1035"/>
        <pc:sldMkLst>
          <pc:docMk/>
          <pc:sldMk cId="0" sldId="261"/>
        </pc:sldMkLst>
        <pc:spChg chg="add">
          <ac:chgData name="Jonas Schaefer" userId="f302d8095f0a07cf" providerId="LiveId" clId="{E18254F6-5D61-49EA-970C-9766F06AF4DC}" dt="2025-12-05T03:46:24.819" v="316"/>
          <ac:spMkLst>
            <pc:docMk/>
            <pc:sldMk cId="0" sldId="261"/>
            <ac:spMk id="2" creationId="{CB709F10-4E79-772E-848F-9ACF686AFCF3}"/>
          </ac:spMkLst>
        </pc:spChg>
        <pc:spChg chg="mod">
          <ac:chgData name="Jonas Schaefer" userId="f302d8095f0a07cf" providerId="LiveId" clId="{E18254F6-5D61-49EA-970C-9766F06AF4DC}" dt="2025-12-05T15:21:46.905" v="916" actId="1035"/>
          <ac:spMkLst>
            <pc:docMk/>
            <pc:sldMk cId="0" sldId="261"/>
            <ac:spMk id="2709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15:21:46.905" v="916" actId="1035"/>
          <ac:spMkLst>
            <pc:docMk/>
            <pc:sldMk cId="0" sldId="261"/>
            <ac:spMk id="2710" creationId="{00000000-0000-0000-0000-000000000000}"/>
          </ac:spMkLst>
        </pc:spChg>
        <pc:grpChg chg="mod">
          <ac:chgData name="Jonas Schaefer" userId="f302d8095f0a07cf" providerId="LiveId" clId="{E18254F6-5D61-49EA-970C-9766F06AF4DC}" dt="2025-12-05T15:21:46.905" v="916" actId="1035"/>
          <ac:grpSpMkLst>
            <pc:docMk/>
            <pc:sldMk cId="0" sldId="261"/>
            <ac:grpSpMk id="2714" creationId="{00000000-0000-0000-0000-000000000000}"/>
          </ac:grpSpMkLst>
        </pc:grpChg>
        <pc:cxnChg chg="mod">
          <ac:chgData name="Jonas Schaefer" userId="f302d8095f0a07cf" providerId="LiveId" clId="{E18254F6-5D61-49EA-970C-9766F06AF4DC}" dt="2025-12-05T15:21:46.905" v="916" actId="1035"/>
          <ac:cxnSpMkLst>
            <pc:docMk/>
            <pc:sldMk cId="0" sldId="261"/>
            <ac:cxnSpMk id="2711" creationId="{00000000-0000-0000-0000-000000000000}"/>
          </ac:cxnSpMkLst>
        </pc:cxnChg>
      </pc:sldChg>
      <pc:sldChg chg="modSp mod">
        <pc:chgData name="Jonas Schaefer" userId="f302d8095f0a07cf" providerId="LiveId" clId="{E18254F6-5D61-49EA-970C-9766F06AF4DC}" dt="2025-12-05T04:07:06.772" v="600"/>
        <pc:sldMkLst>
          <pc:docMk/>
          <pc:sldMk cId="0" sldId="262"/>
        </pc:sldMkLst>
        <pc:spChg chg="mod">
          <ac:chgData name="Jonas Schaefer" userId="f302d8095f0a07cf" providerId="LiveId" clId="{E18254F6-5D61-49EA-970C-9766F06AF4DC}" dt="2025-12-05T04:07:06.772" v="600"/>
          <ac:spMkLst>
            <pc:docMk/>
            <pc:sldMk cId="0" sldId="262"/>
            <ac:spMk id="2720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37:38.695" v="176" actId="1035"/>
          <ac:spMkLst>
            <pc:docMk/>
            <pc:sldMk cId="0" sldId="262"/>
            <ac:spMk id="2721" creationId="{00000000-0000-0000-0000-000000000000}"/>
          </ac:spMkLst>
        </pc:spChg>
      </pc:sldChg>
      <pc:sldChg chg="addSp modSp mod ord">
        <pc:chgData name="Jonas Schaefer" userId="f302d8095f0a07cf" providerId="LiveId" clId="{E18254F6-5D61-49EA-970C-9766F06AF4DC}" dt="2025-12-05T04:07:25.549" v="613" actId="1035"/>
        <pc:sldMkLst>
          <pc:docMk/>
          <pc:sldMk cId="0" sldId="263"/>
        </pc:sldMkLst>
        <pc:spChg chg="add">
          <ac:chgData name="Jonas Schaefer" userId="f302d8095f0a07cf" providerId="LiveId" clId="{E18254F6-5D61-49EA-970C-9766F06AF4DC}" dt="2025-12-05T03:33:58.131" v="135"/>
          <ac:spMkLst>
            <pc:docMk/>
            <pc:sldMk cId="0" sldId="263"/>
            <ac:spMk id="2" creationId="{B6A8E8C3-26D9-132C-881D-EAE30580D8DA}"/>
          </ac:spMkLst>
        </pc:spChg>
        <pc:spChg chg="mod">
          <ac:chgData name="Jonas Schaefer" userId="f302d8095f0a07cf" providerId="LiveId" clId="{E18254F6-5D61-49EA-970C-9766F06AF4DC}" dt="2025-12-05T04:07:20.350" v="602"/>
          <ac:spMkLst>
            <pc:docMk/>
            <pc:sldMk cId="0" sldId="263"/>
            <ac:spMk id="2732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4:07:25.549" v="613" actId="1035"/>
          <ac:spMkLst>
            <pc:docMk/>
            <pc:sldMk cId="0" sldId="263"/>
            <ac:spMk id="2733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4:07:25.549" v="613" actId="1035"/>
          <ac:spMkLst>
            <pc:docMk/>
            <pc:sldMk cId="0" sldId="263"/>
            <ac:spMk id="2734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4:07:25.549" v="613" actId="1035"/>
          <ac:spMkLst>
            <pc:docMk/>
            <pc:sldMk cId="0" sldId="263"/>
            <ac:spMk id="2735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4:07:25.549" v="613" actId="1035"/>
          <ac:spMkLst>
            <pc:docMk/>
            <pc:sldMk cId="0" sldId="263"/>
            <ac:spMk id="2736" creationId="{00000000-0000-0000-0000-000000000000}"/>
          </ac:spMkLst>
        </pc:spChg>
        <pc:grpChg chg="mod">
          <ac:chgData name="Jonas Schaefer" userId="f302d8095f0a07cf" providerId="LiveId" clId="{E18254F6-5D61-49EA-970C-9766F06AF4DC}" dt="2025-12-05T04:07:25.549" v="613" actId="1035"/>
          <ac:grpSpMkLst>
            <pc:docMk/>
            <pc:sldMk cId="0" sldId="263"/>
            <ac:grpSpMk id="2726" creationId="{00000000-0000-0000-0000-000000000000}"/>
          </ac:grpSpMkLst>
        </pc:grpChg>
        <pc:grpChg chg="mod">
          <ac:chgData name="Jonas Schaefer" userId="f302d8095f0a07cf" providerId="LiveId" clId="{E18254F6-5D61-49EA-970C-9766F06AF4DC}" dt="2025-12-05T04:07:25.549" v="613" actId="1035"/>
          <ac:grpSpMkLst>
            <pc:docMk/>
            <pc:sldMk cId="0" sldId="263"/>
            <ac:grpSpMk id="2729" creationId="{00000000-0000-0000-0000-000000000000}"/>
          </ac:grpSpMkLst>
        </pc:grpChg>
        <pc:grpChg chg="mod">
          <ac:chgData name="Jonas Schaefer" userId="f302d8095f0a07cf" providerId="LiveId" clId="{E18254F6-5D61-49EA-970C-9766F06AF4DC}" dt="2025-12-05T04:07:25.549" v="613" actId="1035"/>
          <ac:grpSpMkLst>
            <pc:docMk/>
            <pc:sldMk cId="0" sldId="263"/>
            <ac:grpSpMk id="2737" creationId="{00000000-0000-0000-0000-000000000000}"/>
          </ac:grpSpMkLst>
        </pc:grpChg>
        <pc:grpChg chg="mod">
          <ac:chgData name="Jonas Schaefer" userId="f302d8095f0a07cf" providerId="LiveId" clId="{E18254F6-5D61-49EA-970C-9766F06AF4DC}" dt="2025-12-05T04:07:25.549" v="613" actId="1035"/>
          <ac:grpSpMkLst>
            <pc:docMk/>
            <pc:sldMk cId="0" sldId="263"/>
            <ac:grpSpMk id="2742" creationId="{00000000-0000-0000-0000-000000000000}"/>
          </ac:grpSpMkLst>
        </pc:grpChg>
      </pc:sldChg>
      <pc:sldChg chg="del">
        <pc:chgData name="Jonas Schaefer" userId="f302d8095f0a07cf" providerId="LiveId" clId="{E18254F6-5D61-49EA-970C-9766F06AF4DC}" dt="2025-12-05T13:29:28.212" v="859" actId="47"/>
        <pc:sldMkLst>
          <pc:docMk/>
          <pc:sldMk cId="0" sldId="264"/>
        </pc:sldMkLst>
      </pc:sldChg>
      <pc:sldChg chg="del">
        <pc:chgData name="Jonas Schaefer" userId="f302d8095f0a07cf" providerId="LiveId" clId="{E18254F6-5D61-49EA-970C-9766F06AF4DC}" dt="2025-12-05T13:29:28.840" v="860" actId="47"/>
        <pc:sldMkLst>
          <pc:docMk/>
          <pc:sldMk cId="0" sldId="265"/>
        </pc:sldMkLst>
      </pc:sldChg>
      <pc:sldChg chg="modSp del mod">
        <pc:chgData name="Jonas Schaefer" userId="f302d8095f0a07cf" providerId="LiveId" clId="{E18254F6-5D61-49EA-970C-9766F06AF4DC}" dt="2025-12-05T13:29:29.438" v="861" actId="47"/>
        <pc:sldMkLst>
          <pc:docMk/>
          <pc:sldMk cId="0" sldId="266"/>
        </pc:sldMkLst>
        <pc:spChg chg="mod">
          <ac:chgData name="Jonas Schaefer" userId="f302d8095f0a07cf" providerId="LiveId" clId="{E18254F6-5D61-49EA-970C-9766F06AF4DC}" dt="2025-12-05T03:58:28.521" v="471" actId="6549"/>
          <ac:spMkLst>
            <pc:docMk/>
            <pc:sldMk cId="0" sldId="266"/>
            <ac:spMk id="2816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9:17.912" v="488" actId="113"/>
          <ac:spMkLst>
            <pc:docMk/>
            <pc:sldMk cId="0" sldId="266"/>
            <ac:spMk id="2817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8:31.648" v="472" actId="20577"/>
          <ac:spMkLst>
            <pc:docMk/>
            <pc:sldMk cId="0" sldId="266"/>
            <ac:spMk id="2819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9:37.514" v="491"/>
          <ac:spMkLst>
            <pc:docMk/>
            <pc:sldMk cId="0" sldId="266"/>
            <ac:spMk id="2820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8:34.421" v="473" actId="20577"/>
          <ac:spMkLst>
            <pc:docMk/>
            <pc:sldMk cId="0" sldId="266"/>
            <ac:spMk id="2822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9:53.455" v="493"/>
          <ac:spMkLst>
            <pc:docMk/>
            <pc:sldMk cId="0" sldId="266"/>
            <ac:spMk id="2823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8:38.652" v="474" actId="20577"/>
          <ac:spMkLst>
            <pc:docMk/>
            <pc:sldMk cId="0" sldId="266"/>
            <ac:spMk id="2825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4:00:10.598" v="495"/>
          <ac:spMkLst>
            <pc:docMk/>
            <pc:sldMk cId="0" sldId="266"/>
            <ac:spMk id="2826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8:52.778" v="484" actId="20577"/>
          <ac:spMkLst>
            <pc:docMk/>
            <pc:sldMk cId="0" sldId="266"/>
            <ac:spMk id="2831" creationId="{00000000-0000-0000-0000-000000000000}"/>
          </ac:spMkLst>
        </pc:spChg>
      </pc:sldChg>
      <pc:sldChg chg="del">
        <pc:chgData name="Jonas Schaefer" userId="f302d8095f0a07cf" providerId="LiveId" clId="{E18254F6-5D61-49EA-970C-9766F06AF4DC}" dt="2025-12-05T13:29:29.614" v="862" actId="47"/>
        <pc:sldMkLst>
          <pc:docMk/>
          <pc:sldMk cId="0" sldId="267"/>
        </pc:sldMkLst>
      </pc:sldChg>
      <pc:sldChg chg="del">
        <pc:chgData name="Jonas Schaefer" userId="f302d8095f0a07cf" providerId="LiveId" clId="{E18254F6-5D61-49EA-970C-9766F06AF4DC}" dt="2025-12-05T13:29:29.804" v="863" actId="47"/>
        <pc:sldMkLst>
          <pc:docMk/>
          <pc:sldMk cId="0" sldId="268"/>
        </pc:sldMkLst>
      </pc:sldChg>
      <pc:sldChg chg="del">
        <pc:chgData name="Jonas Schaefer" userId="f302d8095f0a07cf" providerId="LiveId" clId="{E18254F6-5D61-49EA-970C-9766F06AF4DC}" dt="2025-12-05T13:29:30.032" v="864" actId="47"/>
        <pc:sldMkLst>
          <pc:docMk/>
          <pc:sldMk cId="0" sldId="269"/>
        </pc:sldMkLst>
      </pc:sldChg>
      <pc:sldChg chg="addSp delSp modSp add del mod ord">
        <pc:chgData name="Jonas Schaefer" userId="f302d8095f0a07cf" providerId="LiveId" clId="{E18254F6-5D61-49EA-970C-9766F06AF4DC}" dt="2025-12-05T13:29:41.770" v="904" actId="47"/>
        <pc:sldMkLst>
          <pc:docMk/>
          <pc:sldMk cId="0" sldId="270"/>
        </pc:sldMkLst>
        <pc:spChg chg="mod">
          <ac:chgData name="Jonas Schaefer" userId="f302d8095f0a07cf" providerId="LiveId" clId="{E18254F6-5D61-49EA-970C-9766F06AF4DC}" dt="2025-12-05T03:53:38.260" v="417"/>
          <ac:spMkLst>
            <pc:docMk/>
            <pc:sldMk cId="0" sldId="270"/>
            <ac:spMk id="3" creationId="{04C28EF2-244A-6477-11B2-3BFBBA65C100}"/>
          </ac:spMkLst>
        </pc:spChg>
        <pc:spChg chg="mod">
          <ac:chgData name="Jonas Schaefer" userId="f302d8095f0a07cf" providerId="LiveId" clId="{E18254F6-5D61-49EA-970C-9766F06AF4DC}" dt="2025-12-05T03:53:38.260" v="417"/>
          <ac:spMkLst>
            <pc:docMk/>
            <pc:sldMk cId="0" sldId="270"/>
            <ac:spMk id="4" creationId="{1BF77CAB-9A3F-B7DA-0CC8-FB84A854625A}"/>
          </ac:spMkLst>
        </pc:spChg>
        <pc:spChg chg="mod">
          <ac:chgData name="Jonas Schaefer" userId="f302d8095f0a07cf" providerId="LiveId" clId="{E18254F6-5D61-49EA-970C-9766F06AF4DC}" dt="2025-12-05T04:08:01.623" v="629"/>
          <ac:spMkLst>
            <pc:docMk/>
            <pc:sldMk cId="0" sldId="270"/>
            <ac:spMk id="3060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13:29:09.130" v="855" actId="20577"/>
          <ac:spMkLst>
            <pc:docMk/>
            <pc:sldMk cId="0" sldId="270"/>
            <ac:spMk id="3081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3:19.424" v="416" actId="20577"/>
          <ac:spMkLst>
            <pc:docMk/>
            <pc:sldMk cId="0" sldId="270"/>
            <ac:spMk id="3082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5:04.976" v="459" actId="12"/>
          <ac:spMkLst>
            <pc:docMk/>
            <pc:sldMk cId="0" sldId="270"/>
            <ac:spMk id="3083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2:26.267" v="378" actId="20577"/>
          <ac:spMkLst>
            <pc:docMk/>
            <pc:sldMk cId="0" sldId="270"/>
            <ac:spMk id="3084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13:29:14.026" v="857" actId="20577"/>
          <ac:spMkLst>
            <pc:docMk/>
            <pc:sldMk cId="0" sldId="270"/>
            <ac:spMk id="3085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3:07.944" v="404" actId="14100"/>
          <ac:spMkLst>
            <pc:docMk/>
            <pc:sldMk cId="0" sldId="270"/>
            <ac:spMk id="3086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5:19.613" v="463" actId="12"/>
          <ac:spMkLst>
            <pc:docMk/>
            <pc:sldMk cId="0" sldId="270"/>
            <ac:spMk id="3087" creationId="{00000000-0000-0000-0000-000000000000}"/>
          </ac:spMkLst>
        </pc:spChg>
        <pc:spChg chg="mod">
          <ac:chgData name="Jonas Schaefer" userId="f302d8095f0a07cf" providerId="LiveId" clId="{E18254F6-5D61-49EA-970C-9766F06AF4DC}" dt="2025-12-05T03:52:45.481" v="388" actId="20577"/>
          <ac:spMkLst>
            <pc:docMk/>
            <pc:sldMk cId="0" sldId="270"/>
            <ac:spMk id="3088" creationId="{00000000-0000-0000-0000-000000000000}"/>
          </ac:spMkLst>
        </pc:spChg>
        <pc:grpChg chg="add mod">
          <ac:chgData name="Jonas Schaefer" userId="f302d8095f0a07cf" providerId="LiveId" clId="{E18254F6-5D61-49EA-970C-9766F06AF4DC}" dt="2025-12-05T03:53:52.557" v="424" actId="1036"/>
          <ac:grpSpMkLst>
            <pc:docMk/>
            <pc:sldMk cId="0" sldId="270"/>
            <ac:grpSpMk id="2" creationId="{E6D8A3C7-0A61-3CBB-B4D7-D656BFFCC568}"/>
          </ac:grpSpMkLst>
        </pc:grpChg>
        <pc:grpChg chg="del">
          <ac:chgData name="Jonas Schaefer" userId="f302d8095f0a07cf" providerId="LiveId" clId="{E18254F6-5D61-49EA-970C-9766F06AF4DC}" dt="2025-12-05T03:53:39.680" v="418" actId="478"/>
          <ac:grpSpMkLst>
            <pc:docMk/>
            <pc:sldMk cId="0" sldId="270"/>
            <ac:grpSpMk id="3074" creationId="{00000000-0000-0000-0000-000000000000}"/>
          </ac:grpSpMkLst>
        </pc:grpChg>
      </pc:sldChg>
      <pc:sldChg chg="del ord">
        <pc:chgData name="Jonas Schaefer" userId="f302d8095f0a07cf" providerId="LiveId" clId="{E18254F6-5D61-49EA-970C-9766F06AF4DC}" dt="2025-12-05T03:57:41.600" v="466" actId="47"/>
        <pc:sldMkLst>
          <pc:docMk/>
          <pc:sldMk cId="0" sldId="271"/>
        </pc:sldMkLst>
      </pc:sldChg>
      <pc:sldChg chg="del">
        <pc:chgData name="Jonas Schaefer" userId="f302d8095f0a07cf" providerId="LiveId" clId="{E18254F6-5D61-49EA-970C-9766F06AF4DC}" dt="2025-12-05T13:29:30.233" v="865" actId="47"/>
        <pc:sldMkLst>
          <pc:docMk/>
          <pc:sldMk cId="0" sldId="272"/>
        </pc:sldMkLst>
      </pc:sldChg>
      <pc:sldChg chg="del">
        <pc:chgData name="Jonas Schaefer" userId="f302d8095f0a07cf" providerId="LiveId" clId="{E18254F6-5D61-49EA-970C-9766F06AF4DC}" dt="2025-12-05T13:29:30.670" v="866" actId="47"/>
        <pc:sldMkLst>
          <pc:docMk/>
          <pc:sldMk cId="0" sldId="273"/>
        </pc:sldMkLst>
      </pc:sldChg>
      <pc:sldChg chg="del">
        <pc:chgData name="Jonas Schaefer" userId="f302d8095f0a07cf" providerId="LiveId" clId="{E18254F6-5D61-49EA-970C-9766F06AF4DC}" dt="2025-12-05T13:29:30.908" v="867" actId="47"/>
        <pc:sldMkLst>
          <pc:docMk/>
          <pc:sldMk cId="0" sldId="274"/>
        </pc:sldMkLst>
      </pc:sldChg>
      <pc:sldChg chg="del">
        <pc:chgData name="Jonas Schaefer" userId="f302d8095f0a07cf" providerId="LiveId" clId="{E18254F6-5D61-49EA-970C-9766F06AF4DC}" dt="2025-12-05T13:29:31.103" v="868" actId="47"/>
        <pc:sldMkLst>
          <pc:docMk/>
          <pc:sldMk cId="0" sldId="275"/>
        </pc:sldMkLst>
      </pc:sldChg>
      <pc:sldChg chg="del">
        <pc:chgData name="Jonas Schaefer" userId="f302d8095f0a07cf" providerId="LiveId" clId="{E18254F6-5D61-49EA-970C-9766F06AF4DC}" dt="2025-12-05T13:29:31.273" v="869" actId="47"/>
        <pc:sldMkLst>
          <pc:docMk/>
          <pc:sldMk cId="0" sldId="276"/>
        </pc:sldMkLst>
      </pc:sldChg>
      <pc:sldChg chg="del">
        <pc:chgData name="Jonas Schaefer" userId="f302d8095f0a07cf" providerId="LiveId" clId="{E18254F6-5D61-49EA-970C-9766F06AF4DC}" dt="2025-12-05T13:29:31.448" v="870" actId="47"/>
        <pc:sldMkLst>
          <pc:docMk/>
          <pc:sldMk cId="0" sldId="277"/>
        </pc:sldMkLst>
      </pc:sldChg>
      <pc:sldChg chg="del">
        <pc:chgData name="Jonas Schaefer" userId="f302d8095f0a07cf" providerId="LiveId" clId="{E18254F6-5D61-49EA-970C-9766F06AF4DC}" dt="2025-12-05T13:29:31.638" v="871" actId="47"/>
        <pc:sldMkLst>
          <pc:docMk/>
          <pc:sldMk cId="0" sldId="278"/>
        </pc:sldMkLst>
      </pc:sldChg>
      <pc:sldChg chg="del">
        <pc:chgData name="Jonas Schaefer" userId="f302d8095f0a07cf" providerId="LiveId" clId="{E18254F6-5D61-49EA-970C-9766F06AF4DC}" dt="2025-12-05T13:29:31.838" v="872" actId="47"/>
        <pc:sldMkLst>
          <pc:docMk/>
          <pc:sldMk cId="0" sldId="279"/>
        </pc:sldMkLst>
      </pc:sldChg>
      <pc:sldChg chg="del">
        <pc:chgData name="Jonas Schaefer" userId="f302d8095f0a07cf" providerId="LiveId" clId="{E18254F6-5D61-49EA-970C-9766F06AF4DC}" dt="2025-12-05T13:29:32.020" v="873" actId="47"/>
        <pc:sldMkLst>
          <pc:docMk/>
          <pc:sldMk cId="0" sldId="280"/>
        </pc:sldMkLst>
      </pc:sldChg>
      <pc:sldChg chg="del">
        <pc:chgData name="Jonas Schaefer" userId="f302d8095f0a07cf" providerId="LiveId" clId="{E18254F6-5D61-49EA-970C-9766F06AF4DC}" dt="2025-12-05T13:29:32.236" v="874" actId="47"/>
        <pc:sldMkLst>
          <pc:docMk/>
          <pc:sldMk cId="0" sldId="281"/>
        </pc:sldMkLst>
      </pc:sldChg>
      <pc:sldChg chg="modSp">
        <pc:chgData name="Jonas Schaefer" userId="f302d8095f0a07cf" providerId="LiveId" clId="{E18254F6-5D61-49EA-970C-9766F06AF4DC}" dt="2025-12-05T04:06:57.592" v="599"/>
        <pc:sldMkLst>
          <pc:docMk/>
          <pc:sldMk cId="0" sldId="282"/>
        </pc:sldMkLst>
        <pc:spChg chg="mod">
          <ac:chgData name="Jonas Schaefer" userId="f302d8095f0a07cf" providerId="LiveId" clId="{E18254F6-5D61-49EA-970C-9766F06AF4DC}" dt="2025-12-05T04:06:57.592" v="599"/>
          <ac:spMkLst>
            <pc:docMk/>
            <pc:sldMk cId="0" sldId="282"/>
            <ac:spMk id="3302" creationId="{00000000-0000-0000-0000-000000000000}"/>
          </ac:spMkLst>
        </pc:spChg>
      </pc:sldChg>
      <pc:sldChg chg="del">
        <pc:chgData name="Jonas Schaefer" userId="f302d8095f0a07cf" providerId="LiveId" clId="{E18254F6-5D61-49EA-970C-9766F06AF4DC}" dt="2025-12-05T13:29:32.401" v="875" actId="47"/>
        <pc:sldMkLst>
          <pc:docMk/>
          <pc:sldMk cId="0" sldId="283"/>
        </pc:sldMkLst>
      </pc:sldChg>
      <pc:sldChg chg="del">
        <pc:chgData name="Jonas Schaefer" userId="f302d8095f0a07cf" providerId="LiveId" clId="{E18254F6-5D61-49EA-970C-9766F06AF4DC}" dt="2025-12-05T13:29:32.608" v="876" actId="47"/>
        <pc:sldMkLst>
          <pc:docMk/>
          <pc:sldMk cId="0" sldId="284"/>
        </pc:sldMkLst>
      </pc:sldChg>
      <pc:sldChg chg="del">
        <pc:chgData name="Jonas Schaefer" userId="f302d8095f0a07cf" providerId="LiveId" clId="{E18254F6-5D61-49EA-970C-9766F06AF4DC}" dt="2025-12-05T13:29:32.815" v="877" actId="47"/>
        <pc:sldMkLst>
          <pc:docMk/>
          <pc:sldMk cId="0" sldId="285"/>
        </pc:sldMkLst>
      </pc:sldChg>
      <pc:sldChg chg="del">
        <pc:chgData name="Jonas Schaefer" userId="f302d8095f0a07cf" providerId="LiveId" clId="{E18254F6-5D61-49EA-970C-9766F06AF4DC}" dt="2025-12-05T13:29:33.157" v="878" actId="47"/>
        <pc:sldMkLst>
          <pc:docMk/>
          <pc:sldMk cId="0" sldId="286"/>
        </pc:sldMkLst>
      </pc:sldChg>
      <pc:sldChg chg="addSp delSp modSp mod ord">
        <pc:chgData name="Jonas Schaefer" userId="f302d8095f0a07cf" providerId="LiveId" clId="{E18254F6-5D61-49EA-970C-9766F06AF4DC}" dt="2025-12-05T04:07:14.037" v="601"/>
        <pc:sldMkLst>
          <pc:docMk/>
          <pc:sldMk cId="0" sldId="287"/>
        </pc:sldMkLst>
        <pc:spChg chg="add">
          <ac:chgData name="Jonas Schaefer" userId="f302d8095f0a07cf" providerId="LiveId" clId="{E18254F6-5D61-49EA-970C-9766F06AF4DC}" dt="2025-12-05T03:15:16.776" v="2"/>
          <ac:spMkLst>
            <pc:docMk/>
            <pc:sldMk cId="0" sldId="287"/>
            <ac:spMk id="2" creationId="{BD0EDC92-EF0F-ADF9-9AC2-BB218012488B}"/>
          </ac:spMkLst>
        </pc:spChg>
        <pc:spChg chg="add mod">
          <ac:chgData name="Jonas Schaefer" userId="f302d8095f0a07cf" providerId="LiveId" clId="{E18254F6-5D61-49EA-970C-9766F06AF4DC}" dt="2025-12-05T03:15:23.184" v="5"/>
          <ac:spMkLst>
            <pc:docMk/>
            <pc:sldMk cId="0" sldId="287"/>
            <ac:spMk id="3" creationId="{898C7A32-7ABA-11D4-DEF2-8FF86D5DB61F}"/>
          </ac:spMkLst>
        </pc:spChg>
        <pc:spChg chg="mod">
          <ac:chgData name="Jonas Schaefer" userId="f302d8095f0a07cf" providerId="LiveId" clId="{E18254F6-5D61-49EA-970C-9766F06AF4DC}" dt="2025-12-05T04:07:14.037" v="601"/>
          <ac:spMkLst>
            <pc:docMk/>
            <pc:sldMk cId="0" sldId="287"/>
            <ac:spMk id="3409" creationId="{00000000-0000-0000-0000-000000000000}"/>
          </ac:spMkLst>
        </pc:spChg>
        <pc:spChg chg="add del mod">
          <ac:chgData name="Jonas Schaefer" userId="f302d8095f0a07cf" providerId="LiveId" clId="{E18254F6-5D61-49EA-970C-9766F06AF4DC}" dt="2025-12-05T03:16:00.407" v="34" actId="1035"/>
          <ac:spMkLst>
            <pc:docMk/>
            <pc:sldMk cId="0" sldId="287"/>
            <ac:spMk id="3411" creationId="{00000000-0000-0000-0000-000000000000}"/>
          </ac:spMkLst>
        </pc:spChg>
        <pc:grpChg chg="mod">
          <ac:chgData name="Jonas Schaefer" userId="f302d8095f0a07cf" providerId="LiveId" clId="{E18254F6-5D61-49EA-970C-9766F06AF4DC}" dt="2025-12-05T03:19:11.277" v="79" actId="14100"/>
          <ac:grpSpMkLst>
            <pc:docMk/>
            <pc:sldMk cId="0" sldId="287"/>
            <ac:grpSpMk id="3397" creationId="{00000000-0000-0000-0000-000000000000}"/>
          </ac:grpSpMkLst>
        </pc:grpChg>
        <pc:picChg chg="add del mod">
          <ac:chgData name="Jonas Schaefer" userId="f302d8095f0a07cf" providerId="LiveId" clId="{E18254F6-5D61-49EA-970C-9766F06AF4DC}" dt="2025-12-05T03:19:20.840" v="82" actId="478"/>
          <ac:picMkLst>
            <pc:docMk/>
            <pc:sldMk cId="0" sldId="287"/>
            <ac:picMk id="5" creationId="{87DE1C74-3391-2236-F87A-F5830F4F247F}"/>
          </ac:picMkLst>
        </pc:picChg>
        <pc:picChg chg="add del mod">
          <ac:chgData name="Jonas Schaefer" userId="f302d8095f0a07cf" providerId="LiveId" clId="{E18254F6-5D61-49EA-970C-9766F06AF4DC}" dt="2025-12-05T03:20:32.910" v="90" actId="478"/>
          <ac:picMkLst>
            <pc:docMk/>
            <pc:sldMk cId="0" sldId="287"/>
            <ac:picMk id="7" creationId="{376BDE89-21C9-54A3-DF2F-997C416CFEDE}"/>
          </ac:picMkLst>
        </pc:picChg>
        <pc:picChg chg="add mod">
          <ac:chgData name="Jonas Schaefer" userId="f302d8095f0a07cf" providerId="LiveId" clId="{E18254F6-5D61-49EA-970C-9766F06AF4DC}" dt="2025-12-05T03:21:21.850" v="96" actId="14100"/>
          <ac:picMkLst>
            <pc:docMk/>
            <pc:sldMk cId="0" sldId="287"/>
            <ac:picMk id="9" creationId="{CDDFBEB5-427D-4816-BB42-FE015DFCE1D9}"/>
          </ac:picMkLst>
        </pc:picChg>
        <pc:picChg chg="mod">
          <ac:chgData name="Jonas Schaefer" userId="f302d8095f0a07cf" providerId="LiveId" clId="{E18254F6-5D61-49EA-970C-9766F06AF4DC}" dt="2025-12-05T03:19:11.277" v="79" actId="14100"/>
          <ac:picMkLst>
            <pc:docMk/>
            <pc:sldMk cId="0" sldId="287"/>
            <ac:picMk id="3410" creationId="{00000000-0000-0000-0000-000000000000}"/>
          </ac:picMkLst>
        </pc:picChg>
      </pc:sldChg>
      <pc:sldChg chg="del">
        <pc:chgData name="Jonas Schaefer" userId="f302d8095f0a07cf" providerId="LiveId" clId="{E18254F6-5D61-49EA-970C-9766F06AF4DC}" dt="2025-12-05T13:29:33.356" v="879" actId="47"/>
        <pc:sldMkLst>
          <pc:docMk/>
          <pc:sldMk cId="0" sldId="288"/>
        </pc:sldMkLst>
      </pc:sldChg>
      <pc:sldChg chg="del">
        <pc:chgData name="Jonas Schaefer" userId="f302d8095f0a07cf" providerId="LiveId" clId="{E18254F6-5D61-49EA-970C-9766F06AF4DC}" dt="2025-12-05T13:29:33.611" v="880" actId="47"/>
        <pc:sldMkLst>
          <pc:docMk/>
          <pc:sldMk cId="0" sldId="289"/>
        </pc:sldMkLst>
      </pc:sldChg>
      <pc:sldChg chg="addSp delSp modSp add del mod ord">
        <pc:chgData name="Jonas Schaefer" userId="f302d8095f0a07cf" providerId="LiveId" clId="{E18254F6-5D61-49EA-970C-9766F06AF4DC}" dt="2025-12-05T13:29:44.373" v="905" actId="47"/>
        <pc:sldMkLst>
          <pc:docMk/>
          <pc:sldMk cId="0" sldId="290"/>
        </pc:sldMkLst>
        <pc:spChg chg="add del mod">
          <ac:chgData name="Jonas Schaefer" userId="f302d8095f0a07cf" providerId="LiveId" clId="{E18254F6-5D61-49EA-970C-9766F06AF4DC}" dt="2025-12-05T04:00:50.768" v="500" actId="478"/>
          <ac:spMkLst>
            <pc:docMk/>
            <pc:sldMk cId="0" sldId="290"/>
            <ac:spMk id="3" creationId="{97A9E586-B4D8-9AE4-1668-7864E381DC00}"/>
          </ac:spMkLst>
        </pc:spChg>
        <pc:spChg chg="del">
          <ac:chgData name="Jonas Schaefer" userId="f302d8095f0a07cf" providerId="LiveId" clId="{E18254F6-5D61-49EA-970C-9766F06AF4DC}" dt="2025-12-05T04:01:11.710" v="504" actId="478"/>
          <ac:spMkLst>
            <pc:docMk/>
            <pc:sldMk cId="0" sldId="290"/>
            <ac:spMk id="3461" creationId="{00000000-0000-0000-0000-000000000000}"/>
          </ac:spMkLst>
        </pc:spChg>
        <pc:spChg chg="mod ord">
          <ac:chgData name="Jonas Schaefer" userId="f302d8095f0a07cf" providerId="LiveId" clId="{E18254F6-5D61-49EA-970C-9766F06AF4DC}" dt="2025-12-05T04:02:54.327" v="584" actId="1036"/>
          <ac:spMkLst>
            <pc:docMk/>
            <pc:sldMk cId="0" sldId="290"/>
            <ac:spMk id="3462" creationId="{00000000-0000-0000-0000-000000000000}"/>
          </ac:spMkLst>
        </pc:spChg>
        <pc:spChg chg="del">
          <ac:chgData name="Jonas Schaefer" userId="f302d8095f0a07cf" providerId="LiveId" clId="{E18254F6-5D61-49EA-970C-9766F06AF4DC}" dt="2025-12-05T04:00:47.776" v="499" actId="478"/>
          <ac:spMkLst>
            <pc:docMk/>
            <pc:sldMk cId="0" sldId="290"/>
            <ac:spMk id="3463" creationId="{00000000-0000-0000-0000-000000000000}"/>
          </ac:spMkLst>
        </pc:spChg>
        <pc:grpChg chg="del">
          <ac:chgData name="Jonas Schaefer" userId="f302d8095f0a07cf" providerId="LiveId" clId="{E18254F6-5D61-49EA-970C-9766F06AF4DC}" dt="2025-12-05T04:01:11.710" v="504" actId="478"/>
          <ac:grpSpMkLst>
            <pc:docMk/>
            <pc:sldMk cId="0" sldId="290"/>
            <ac:grpSpMk id="3441" creationId="{00000000-0000-0000-0000-000000000000}"/>
          </ac:grpSpMkLst>
        </pc:grpChg>
        <pc:grpChg chg="del">
          <ac:chgData name="Jonas Schaefer" userId="f302d8095f0a07cf" providerId="LiveId" clId="{E18254F6-5D61-49EA-970C-9766F06AF4DC}" dt="2025-12-05T04:01:11.710" v="504" actId="478"/>
          <ac:grpSpMkLst>
            <pc:docMk/>
            <pc:sldMk cId="0" sldId="290"/>
            <ac:grpSpMk id="3444" creationId="{00000000-0000-0000-0000-000000000000}"/>
          </ac:grpSpMkLst>
        </pc:grpChg>
        <pc:grpChg chg="del">
          <ac:chgData name="Jonas Schaefer" userId="f302d8095f0a07cf" providerId="LiveId" clId="{E18254F6-5D61-49EA-970C-9766F06AF4DC}" dt="2025-12-05T04:01:11.710" v="504" actId="478"/>
          <ac:grpSpMkLst>
            <pc:docMk/>
            <pc:sldMk cId="0" sldId="290"/>
            <ac:grpSpMk id="3447" creationId="{00000000-0000-0000-0000-000000000000}"/>
          </ac:grpSpMkLst>
        </pc:grpChg>
        <pc:grpChg chg="del">
          <ac:chgData name="Jonas Schaefer" userId="f302d8095f0a07cf" providerId="LiveId" clId="{E18254F6-5D61-49EA-970C-9766F06AF4DC}" dt="2025-12-05T04:01:11.710" v="504" actId="478"/>
          <ac:grpSpMkLst>
            <pc:docMk/>
            <pc:sldMk cId="0" sldId="290"/>
            <ac:grpSpMk id="3455" creationId="{00000000-0000-0000-0000-000000000000}"/>
          </ac:grpSpMkLst>
        </pc:grpChg>
        <pc:grpChg chg="del">
          <ac:chgData name="Jonas Schaefer" userId="f302d8095f0a07cf" providerId="LiveId" clId="{E18254F6-5D61-49EA-970C-9766F06AF4DC}" dt="2025-12-05T04:01:11.710" v="504" actId="478"/>
          <ac:grpSpMkLst>
            <pc:docMk/>
            <pc:sldMk cId="0" sldId="290"/>
            <ac:grpSpMk id="3458" creationId="{00000000-0000-0000-0000-000000000000}"/>
          </ac:grpSpMkLst>
        </pc:grpChg>
        <pc:picChg chg="add mod ord">
          <ac:chgData name="Jonas Schaefer" userId="f302d8095f0a07cf" providerId="LiveId" clId="{E18254F6-5D61-49EA-970C-9766F06AF4DC}" dt="2025-12-05T04:01:29.143" v="572" actId="167"/>
          <ac:picMkLst>
            <pc:docMk/>
            <pc:sldMk cId="0" sldId="290"/>
            <ac:picMk id="5" creationId="{B04C41D8-1619-956A-0F4F-4E14EE8AE888}"/>
          </ac:picMkLst>
        </pc:picChg>
        <pc:picChg chg="add mod">
          <ac:chgData name="Jonas Schaefer" userId="f302d8095f0a07cf" providerId="LiveId" clId="{E18254F6-5D61-49EA-970C-9766F06AF4DC}" dt="2025-12-05T04:01:58.134" v="575" actId="1076"/>
          <ac:picMkLst>
            <pc:docMk/>
            <pc:sldMk cId="0" sldId="290"/>
            <ac:picMk id="5122" creationId="{8ECA46F4-16C8-8816-DC9C-0C005D0CE775}"/>
          </ac:picMkLst>
        </pc:picChg>
      </pc:sldChg>
      <pc:sldChg chg="del">
        <pc:chgData name="Jonas Schaefer" userId="f302d8095f0a07cf" providerId="LiveId" clId="{E18254F6-5D61-49EA-970C-9766F06AF4DC}" dt="2025-12-05T13:29:33.803" v="881" actId="47"/>
        <pc:sldMkLst>
          <pc:docMk/>
          <pc:sldMk cId="0" sldId="291"/>
        </pc:sldMkLst>
      </pc:sldChg>
      <pc:sldChg chg="del">
        <pc:chgData name="Jonas Schaefer" userId="f302d8095f0a07cf" providerId="LiveId" clId="{E18254F6-5D61-49EA-970C-9766F06AF4DC}" dt="2025-12-05T13:29:33.946" v="882" actId="47"/>
        <pc:sldMkLst>
          <pc:docMk/>
          <pc:sldMk cId="0" sldId="292"/>
        </pc:sldMkLst>
      </pc:sldChg>
      <pc:sldChg chg="del">
        <pc:chgData name="Jonas Schaefer" userId="f302d8095f0a07cf" providerId="LiveId" clId="{E18254F6-5D61-49EA-970C-9766F06AF4DC}" dt="2025-12-05T13:29:34.105" v="883" actId="47"/>
        <pc:sldMkLst>
          <pc:docMk/>
          <pc:sldMk cId="0" sldId="293"/>
        </pc:sldMkLst>
      </pc:sldChg>
      <pc:sldChg chg="del">
        <pc:chgData name="Jonas Schaefer" userId="f302d8095f0a07cf" providerId="LiveId" clId="{E18254F6-5D61-49EA-970C-9766F06AF4DC}" dt="2025-12-05T13:29:34.280" v="884" actId="47"/>
        <pc:sldMkLst>
          <pc:docMk/>
          <pc:sldMk cId="0" sldId="294"/>
        </pc:sldMkLst>
      </pc:sldChg>
      <pc:sldChg chg="del">
        <pc:chgData name="Jonas Schaefer" userId="f302d8095f0a07cf" providerId="LiveId" clId="{E18254F6-5D61-49EA-970C-9766F06AF4DC}" dt="2025-12-05T13:29:34.438" v="885" actId="47"/>
        <pc:sldMkLst>
          <pc:docMk/>
          <pc:sldMk cId="0" sldId="295"/>
        </pc:sldMkLst>
      </pc:sldChg>
      <pc:sldChg chg="del">
        <pc:chgData name="Jonas Schaefer" userId="f302d8095f0a07cf" providerId="LiveId" clId="{E18254F6-5D61-49EA-970C-9766F06AF4DC}" dt="2025-12-05T13:29:34.629" v="886" actId="47"/>
        <pc:sldMkLst>
          <pc:docMk/>
          <pc:sldMk cId="0" sldId="296"/>
        </pc:sldMkLst>
      </pc:sldChg>
      <pc:sldChg chg="del">
        <pc:chgData name="Jonas Schaefer" userId="f302d8095f0a07cf" providerId="LiveId" clId="{E18254F6-5D61-49EA-970C-9766F06AF4DC}" dt="2025-12-05T13:29:34.852" v="887" actId="47"/>
        <pc:sldMkLst>
          <pc:docMk/>
          <pc:sldMk cId="0" sldId="297"/>
        </pc:sldMkLst>
      </pc:sldChg>
      <pc:sldChg chg="del">
        <pc:chgData name="Jonas Schaefer" userId="f302d8095f0a07cf" providerId="LiveId" clId="{E18254F6-5D61-49EA-970C-9766F06AF4DC}" dt="2025-12-05T13:29:35.012" v="888" actId="47"/>
        <pc:sldMkLst>
          <pc:docMk/>
          <pc:sldMk cId="0" sldId="298"/>
        </pc:sldMkLst>
      </pc:sldChg>
      <pc:sldChg chg="del">
        <pc:chgData name="Jonas Schaefer" userId="f302d8095f0a07cf" providerId="LiveId" clId="{E18254F6-5D61-49EA-970C-9766F06AF4DC}" dt="2025-12-05T13:29:35.203" v="889" actId="47"/>
        <pc:sldMkLst>
          <pc:docMk/>
          <pc:sldMk cId="0" sldId="299"/>
        </pc:sldMkLst>
      </pc:sldChg>
      <pc:sldChg chg="del">
        <pc:chgData name="Jonas Schaefer" userId="f302d8095f0a07cf" providerId="LiveId" clId="{E18254F6-5D61-49EA-970C-9766F06AF4DC}" dt="2025-12-05T13:29:35.315" v="890" actId="47"/>
        <pc:sldMkLst>
          <pc:docMk/>
          <pc:sldMk cId="0" sldId="300"/>
        </pc:sldMkLst>
      </pc:sldChg>
      <pc:sldChg chg="del">
        <pc:chgData name="Jonas Schaefer" userId="f302d8095f0a07cf" providerId="LiveId" clId="{E18254F6-5D61-49EA-970C-9766F06AF4DC}" dt="2025-12-05T13:29:35.475" v="891" actId="47"/>
        <pc:sldMkLst>
          <pc:docMk/>
          <pc:sldMk cId="0" sldId="301"/>
        </pc:sldMkLst>
      </pc:sldChg>
      <pc:sldChg chg="del">
        <pc:chgData name="Jonas Schaefer" userId="f302d8095f0a07cf" providerId="LiveId" clId="{E18254F6-5D61-49EA-970C-9766F06AF4DC}" dt="2025-12-05T13:29:35.666" v="892" actId="47"/>
        <pc:sldMkLst>
          <pc:docMk/>
          <pc:sldMk cId="0" sldId="302"/>
        </pc:sldMkLst>
      </pc:sldChg>
      <pc:sldChg chg="del">
        <pc:chgData name="Jonas Schaefer" userId="f302d8095f0a07cf" providerId="LiveId" clId="{E18254F6-5D61-49EA-970C-9766F06AF4DC}" dt="2025-12-05T13:29:35.875" v="893" actId="47"/>
        <pc:sldMkLst>
          <pc:docMk/>
          <pc:sldMk cId="0" sldId="303"/>
        </pc:sldMkLst>
      </pc:sldChg>
      <pc:sldChg chg="del">
        <pc:chgData name="Jonas Schaefer" userId="f302d8095f0a07cf" providerId="LiveId" clId="{E18254F6-5D61-49EA-970C-9766F06AF4DC}" dt="2025-12-05T13:29:36.289" v="894" actId="47"/>
        <pc:sldMkLst>
          <pc:docMk/>
          <pc:sldMk cId="0" sldId="304"/>
        </pc:sldMkLst>
      </pc:sldChg>
      <pc:sldChg chg="del">
        <pc:chgData name="Jonas Schaefer" userId="f302d8095f0a07cf" providerId="LiveId" clId="{E18254F6-5D61-49EA-970C-9766F06AF4DC}" dt="2025-12-05T13:29:36.564" v="895" actId="47"/>
        <pc:sldMkLst>
          <pc:docMk/>
          <pc:sldMk cId="0" sldId="305"/>
        </pc:sldMkLst>
      </pc:sldChg>
      <pc:sldChg chg="del">
        <pc:chgData name="Jonas Schaefer" userId="f302d8095f0a07cf" providerId="LiveId" clId="{E18254F6-5D61-49EA-970C-9766F06AF4DC}" dt="2025-12-05T13:29:36.751" v="896" actId="47"/>
        <pc:sldMkLst>
          <pc:docMk/>
          <pc:sldMk cId="0" sldId="306"/>
        </pc:sldMkLst>
      </pc:sldChg>
      <pc:sldChg chg="del">
        <pc:chgData name="Jonas Schaefer" userId="f302d8095f0a07cf" providerId="LiveId" clId="{E18254F6-5D61-49EA-970C-9766F06AF4DC}" dt="2025-12-05T13:29:36.911" v="897" actId="47"/>
        <pc:sldMkLst>
          <pc:docMk/>
          <pc:sldMk cId="0" sldId="307"/>
        </pc:sldMkLst>
      </pc:sldChg>
      <pc:sldChg chg="del">
        <pc:chgData name="Jonas Schaefer" userId="f302d8095f0a07cf" providerId="LiveId" clId="{E18254F6-5D61-49EA-970C-9766F06AF4DC}" dt="2025-12-05T13:29:37.230" v="898" actId="47"/>
        <pc:sldMkLst>
          <pc:docMk/>
          <pc:sldMk cId="0" sldId="308"/>
        </pc:sldMkLst>
      </pc:sldChg>
      <pc:sldChg chg="del">
        <pc:chgData name="Jonas Schaefer" userId="f302d8095f0a07cf" providerId="LiveId" clId="{E18254F6-5D61-49EA-970C-9766F06AF4DC}" dt="2025-12-05T13:29:37.421" v="899" actId="47"/>
        <pc:sldMkLst>
          <pc:docMk/>
          <pc:sldMk cId="0" sldId="309"/>
        </pc:sldMkLst>
      </pc:sldChg>
      <pc:sldChg chg="del">
        <pc:chgData name="Jonas Schaefer" userId="f302d8095f0a07cf" providerId="LiveId" clId="{E18254F6-5D61-49EA-970C-9766F06AF4DC}" dt="2025-12-05T13:29:37.580" v="900" actId="47"/>
        <pc:sldMkLst>
          <pc:docMk/>
          <pc:sldMk cId="0" sldId="310"/>
        </pc:sldMkLst>
      </pc:sldChg>
      <pc:sldChg chg="add del">
        <pc:chgData name="Jonas Schaefer" userId="f302d8095f0a07cf" providerId="LiveId" clId="{E18254F6-5D61-49EA-970C-9766F06AF4DC}" dt="2025-12-05T13:29:48.600" v="907" actId="47"/>
        <pc:sldMkLst>
          <pc:docMk/>
          <pc:sldMk cId="0" sldId="311"/>
        </pc:sldMkLst>
      </pc:sldChg>
      <pc:sldChg chg="addSp delSp modSp add mod ord setBg">
        <pc:chgData name="Jonas Schaefer" userId="f302d8095f0a07cf" providerId="LiveId" clId="{E18254F6-5D61-49EA-970C-9766F06AF4DC}" dt="2025-12-05T04:07:35.641" v="614"/>
        <pc:sldMkLst>
          <pc:docMk/>
          <pc:sldMk cId="744727056" sldId="312"/>
        </pc:sldMkLst>
        <pc:spChg chg="add">
          <ac:chgData name="Jonas Schaefer" userId="f302d8095f0a07cf" providerId="LiveId" clId="{E18254F6-5D61-49EA-970C-9766F06AF4DC}" dt="2025-12-05T03:42:45.084" v="240"/>
          <ac:spMkLst>
            <pc:docMk/>
            <pc:sldMk cId="744727056" sldId="312"/>
            <ac:spMk id="2" creationId="{F0C3C4A2-1709-6AF8-8E70-2C3A992FB863}"/>
          </ac:spMkLst>
        </pc:spChg>
        <pc:spChg chg="add mod">
          <ac:chgData name="Jonas Schaefer" userId="f302d8095f0a07cf" providerId="LiveId" clId="{E18254F6-5D61-49EA-970C-9766F06AF4DC}" dt="2025-12-05T03:42:56.423" v="243" actId="14100"/>
          <ac:spMkLst>
            <pc:docMk/>
            <pc:sldMk cId="744727056" sldId="312"/>
            <ac:spMk id="3" creationId="{D68F2B9C-1F62-7878-175E-B10B450FBD40}"/>
          </ac:spMkLst>
        </pc:spChg>
        <pc:spChg chg="mod">
          <ac:chgData name="Jonas Schaefer" userId="f302d8095f0a07cf" providerId="LiveId" clId="{E18254F6-5D61-49EA-970C-9766F06AF4DC}" dt="2025-12-05T04:07:35.641" v="614"/>
          <ac:spMkLst>
            <pc:docMk/>
            <pc:sldMk cId="744727056" sldId="312"/>
            <ac:spMk id="3409" creationId="{05C7F7D8-A2A5-4595-20BD-15FF180CE08F}"/>
          </ac:spMkLst>
        </pc:spChg>
        <pc:spChg chg="mod">
          <ac:chgData name="Jonas Schaefer" userId="f302d8095f0a07cf" providerId="LiveId" clId="{E18254F6-5D61-49EA-970C-9766F06AF4DC}" dt="2025-12-05T03:44:12.828" v="276" actId="1036"/>
          <ac:spMkLst>
            <pc:docMk/>
            <pc:sldMk cId="744727056" sldId="312"/>
            <ac:spMk id="3411" creationId="{4D97D3FC-97E0-DF80-850C-E35903012E51}"/>
          </ac:spMkLst>
        </pc:spChg>
        <pc:picChg chg="add mod">
          <ac:chgData name="Jonas Schaefer" userId="f302d8095f0a07cf" providerId="LiveId" clId="{E18254F6-5D61-49EA-970C-9766F06AF4DC}" dt="2025-12-05T03:43:55.870" v="258" actId="1036"/>
          <ac:picMkLst>
            <pc:docMk/>
            <pc:sldMk cId="744727056" sldId="312"/>
            <ac:picMk id="5" creationId="{82C7877A-6710-4C74-D27E-86F2A42974C7}"/>
          </ac:picMkLst>
        </pc:picChg>
        <pc:picChg chg="del">
          <ac:chgData name="Jonas Schaefer" userId="f302d8095f0a07cf" providerId="LiveId" clId="{E18254F6-5D61-49EA-970C-9766F06AF4DC}" dt="2025-12-05T03:42:44.297" v="239" actId="478"/>
          <ac:picMkLst>
            <pc:docMk/>
            <pc:sldMk cId="744727056" sldId="312"/>
            <ac:picMk id="9" creationId="{530837E6-56BA-CD8A-586B-7AFD63894258}"/>
          </ac:picMkLst>
        </pc:picChg>
      </pc:sldChg>
      <pc:sldChg chg="addSp delSp modSp add mod ord setBg">
        <pc:chgData name="Jonas Schaefer" userId="f302d8095f0a07cf" providerId="LiveId" clId="{E18254F6-5D61-49EA-970C-9766F06AF4DC}" dt="2025-12-05T13:27:55.907" v="853" actId="1076"/>
        <pc:sldMkLst>
          <pc:docMk/>
          <pc:sldMk cId="3676978067" sldId="313"/>
        </pc:sldMkLst>
        <pc:spChg chg="add del mod">
          <ac:chgData name="Jonas Schaefer" userId="f302d8095f0a07cf" providerId="LiveId" clId="{E18254F6-5D61-49EA-970C-9766F06AF4DC}" dt="2025-12-05T13:11:20.276" v="634" actId="478"/>
          <ac:spMkLst>
            <pc:docMk/>
            <pc:sldMk cId="3676978067" sldId="313"/>
            <ac:spMk id="3" creationId="{A29B88E9-F76F-BB7A-C2C5-AFA9E5C4E6E8}"/>
          </ac:spMkLst>
        </pc:spChg>
        <pc:spChg chg="add del mod">
          <ac:chgData name="Jonas Schaefer" userId="f302d8095f0a07cf" providerId="LiveId" clId="{E18254F6-5D61-49EA-970C-9766F06AF4DC}" dt="2025-12-05T13:11:20.276" v="634" actId="478"/>
          <ac:spMkLst>
            <pc:docMk/>
            <pc:sldMk cId="3676978067" sldId="313"/>
            <ac:spMk id="5" creationId="{43E3DD83-2862-8278-EEFA-CEF208FF23AA}"/>
          </ac:spMkLst>
        </pc:spChg>
        <pc:spChg chg="add del mod">
          <ac:chgData name="Jonas Schaefer" userId="f302d8095f0a07cf" providerId="LiveId" clId="{E18254F6-5D61-49EA-970C-9766F06AF4DC}" dt="2025-12-05T13:11:20.276" v="634" actId="478"/>
          <ac:spMkLst>
            <pc:docMk/>
            <pc:sldMk cId="3676978067" sldId="313"/>
            <ac:spMk id="7" creationId="{055C4AFB-F53C-1ED7-F5E2-1D0D3C00850F}"/>
          </ac:spMkLst>
        </pc:spChg>
        <pc:spChg chg="add mod">
          <ac:chgData name="Jonas Schaefer" userId="f302d8095f0a07cf" providerId="LiveId" clId="{E18254F6-5D61-49EA-970C-9766F06AF4DC}" dt="2025-12-05T13:12:58.529" v="689" actId="1076"/>
          <ac:spMkLst>
            <pc:docMk/>
            <pc:sldMk cId="3676978067" sldId="313"/>
            <ac:spMk id="10" creationId="{2D89B48F-5873-2C0F-0F5E-4F852F2944AF}"/>
          </ac:spMkLst>
        </pc:spChg>
        <pc:spChg chg="del">
          <ac:chgData name="Jonas Schaefer" userId="f302d8095f0a07cf" providerId="LiveId" clId="{E18254F6-5D61-49EA-970C-9766F06AF4DC}" dt="2025-12-05T13:11:16.737" v="633" actId="478"/>
          <ac:spMkLst>
            <pc:docMk/>
            <pc:sldMk cId="3676978067" sldId="313"/>
            <ac:spMk id="2752" creationId="{8E69A8AD-795A-A5AB-D163-975C14C95C17}"/>
          </ac:spMkLst>
        </pc:spChg>
        <pc:spChg chg="del">
          <ac:chgData name="Jonas Schaefer" userId="f302d8095f0a07cf" providerId="LiveId" clId="{E18254F6-5D61-49EA-970C-9766F06AF4DC}" dt="2025-12-05T13:11:16.737" v="633" actId="478"/>
          <ac:spMkLst>
            <pc:docMk/>
            <pc:sldMk cId="3676978067" sldId="313"/>
            <ac:spMk id="2753" creationId="{CC1C0543-D924-FFCF-4381-B6B99151F281}"/>
          </ac:spMkLst>
        </pc:spChg>
        <pc:spChg chg="del">
          <ac:chgData name="Jonas Schaefer" userId="f302d8095f0a07cf" providerId="LiveId" clId="{E18254F6-5D61-49EA-970C-9766F06AF4DC}" dt="2025-12-05T13:11:16.737" v="633" actId="478"/>
          <ac:spMkLst>
            <pc:docMk/>
            <pc:sldMk cId="3676978067" sldId="313"/>
            <ac:spMk id="2759" creationId="{D2C0DA55-3356-AD86-318B-5AC6C22B258F}"/>
          </ac:spMkLst>
        </pc:spChg>
        <pc:grpChg chg="del">
          <ac:chgData name="Jonas Schaefer" userId="f302d8095f0a07cf" providerId="LiveId" clId="{E18254F6-5D61-49EA-970C-9766F06AF4DC}" dt="2025-12-05T13:11:16.737" v="633" actId="478"/>
          <ac:grpSpMkLst>
            <pc:docMk/>
            <pc:sldMk cId="3676978067" sldId="313"/>
            <ac:grpSpMk id="2749" creationId="{18C16E9D-233B-56C1-B253-5353D30277F2}"/>
          </ac:grpSpMkLst>
        </pc:grpChg>
        <pc:grpChg chg="del">
          <ac:chgData name="Jonas Schaefer" userId="f302d8095f0a07cf" providerId="LiveId" clId="{E18254F6-5D61-49EA-970C-9766F06AF4DC}" dt="2025-12-05T13:11:16.737" v="633" actId="478"/>
          <ac:grpSpMkLst>
            <pc:docMk/>
            <pc:sldMk cId="3676978067" sldId="313"/>
            <ac:grpSpMk id="2757" creationId="{DD2940D4-3A68-C1D1-E5C1-BAE95DDE8FEC}"/>
          </ac:grpSpMkLst>
        </pc:grpChg>
        <pc:picChg chg="add mod modCrop">
          <ac:chgData name="Jonas Schaefer" userId="f302d8095f0a07cf" providerId="LiveId" clId="{E18254F6-5D61-49EA-970C-9766F06AF4DC}" dt="2025-12-05T13:27:55.907" v="853" actId="1076"/>
          <ac:picMkLst>
            <pc:docMk/>
            <pc:sldMk cId="3676978067" sldId="313"/>
            <ac:picMk id="9" creationId="{CC2E4309-EDB6-DB96-33EC-CED29989D43D}"/>
          </ac:picMkLst>
        </pc:picChg>
        <pc:cxnChg chg="del mod">
          <ac:chgData name="Jonas Schaefer" userId="f302d8095f0a07cf" providerId="LiveId" clId="{E18254F6-5D61-49EA-970C-9766F06AF4DC}" dt="2025-12-05T13:11:16.737" v="633" actId="478"/>
          <ac:cxnSpMkLst>
            <pc:docMk/>
            <pc:sldMk cId="3676978067" sldId="313"/>
            <ac:cxnSpMk id="2754" creationId="{8508F159-09C7-A3FC-C10E-DEE23B0C4C24}"/>
          </ac:cxnSpMkLst>
        </pc:cxnChg>
        <pc:cxnChg chg="mod">
          <ac:chgData name="Jonas Schaefer" userId="f302d8095f0a07cf" providerId="LiveId" clId="{E18254F6-5D61-49EA-970C-9766F06AF4DC}" dt="2025-12-05T13:11:16.737" v="633" actId="478"/>
          <ac:cxnSpMkLst>
            <pc:docMk/>
            <pc:sldMk cId="3676978067" sldId="313"/>
            <ac:cxnSpMk id="2758" creationId="{10B6396D-0600-0576-388D-21CF81BABFF7}"/>
          </ac:cxnSpMkLst>
        </pc:cxnChg>
      </pc:sldChg>
      <pc:sldChg chg="addSp delSp modSp add mod">
        <pc:chgData name="Jonas Schaefer" userId="f302d8095f0a07cf" providerId="LiveId" clId="{E18254F6-5D61-49EA-970C-9766F06AF4DC}" dt="2025-12-05T13:14:40.973" v="705" actId="1076"/>
        <pc:sldMkLst>
          <pc:docMk/>
          <pc:sldMk cId="4066817081" sldId="314"/>
        </pc:sldMkLst>
        <pc:spChg chg="mod">
          <ac:chgData name="Jonas Schaefer" userId="f302d8095f0a07cf" providerId="LiveId" clId="{E18254F6-5D61-49EA-970C-9766F06AF4DC}" dt="2025-12-05T13:13:19.294" v="701" actId="20577"/>
          <ac:spMkLst>
            <pc:docMk/>
            <pc:sldMk cId="4066817081" sldId="314"/>
            <ac:spMk id="10" creationId="{A6C9585D-685B-BD68-EBF7-6212BF07508C}"/>
          </ac:spMkLst>
        </pc:spChg>
        <pc:picChg chg="add mod">
          <ac:chgData name="Jonas Schaefer" userId="f302d8095f0a07cf" providerId="LiveId" clId="{E18254F6-5D61-49EA-970C-9766F06AF4DC}" dt="2025-12-05T13:14:40.973" v="705" actId="1076"/>
          <ac:picMkLst>
            <pc:docMk/>
            <pc:sldMk cId="4066817081" sldId="314"/>
            <ac:picMk id="3" creationId="{AF4C9C6D-BA63-864F-844B-AFD71BE7883B}"/>
          </ac:picMkLst>
        </pc:picChg>
        <pc:picChg chg="del">
          <ac:chgData name="Jonas Schaefer" userId="f302d8095f0a07cf" providerId="LiveId" clId="{E18254F6-5D61-49EA-970C-9766F06AF4DC}" dt="2025-12-05T13:14:34.872" v="702" actId="478"/>
          <ac:picMkLst>
            <pc:docMk/>
            <pc:sldMk cId="4066817081" sldId="314"/>
            <ac:picMk id="9" creationId="{E8F3BA7D-7EDB-10EB-1162-AB15DA2D89CE}"/>
          </ac:picMkLst>
        </pc:picChg>
      </pc:sldChg>
      <pc:sldChg chg="addSp delSp modSp add mod">
        <pc:chgData name="Jonas Schaefer" userId="f302d8095f0a07cf" providerId="LiveId" clId="{E18254F6-5D61-49EA-970C-9766F06AF4DC}" dt="2025-12-05T13:15:40.734" v="722" actId="1076"/>
        <pc:sldMkLst>
          <pc:docMk/>
          <pc:sldMk cId="3211339471" sldId="315"/>
        </pc:sldMkLst>
        <pc:spChg chg="mod">
          <ac:chgData name="Jonas Schaefer" userId="f302d8095f0a07cf" providerId="LiveId" clId="{E18254F6-5D61-49EA-970C-9766F06AF4DC}" dt="2025-12-05T13:15:02.320" v="718" actId="20577"/>
          <ac:spMkLst>
            <pc:docMk/>
            <pc:sldMk cId="3211339471" sldId="315"/>
            <ac:spMk id="10" creationId="{769BBD38-8809-D1C6-251B-CF2CBECF99EA}"/>
          </ac:spMkLst>
        </pc:spChg>
        <pc:picChg chg="del">
          <ac:chgData name="Jonas Schaefer" userId="f302d8095f0a07cf" providerId="LiveId" clId="{E18254F6-5D61-49EA-970C-9766F06AF4DC}" dt="2025-12-05T13:15:06.915" v="719" actId="478"/>
          <ac:picMkLst>
            <pc:docMk/>
            <pc:sldMk cId="3211339471" sldId="315"/>
            <ac:picMk id="3" creationId="{6F4D6FC2-21EC-B546-81C4-E71FEC1A553D}"/>
          </ac:picMkLst>
        </pc:picChg>
        <pc:picChg chg="add mod">
          <ac:chgData name="Jonas Schaefer" userId="f302d8095f0a07cf" providerId="LiveId" clId="{E18254F6-5D61-49EA-970C-9766F06AF4DC}" dt="2025-12-05T13:15:40.734" v="722" actId="1076"/>
          <ac:picMkLst>
            <pc:docMk/>
            <pc:sldMk cId="3211339471" sldId="315"/>
            <ac:picMk id="4" creationId="{2B5E26C5-7276-7D76-4B1B-F96DA9581B2A}"/>
          </ac:picMkLst>
        </pc:picChg>
      </pc:sldChg>
      <pc:sldChg chg="addSp delSp modSp add mod ord setBg">
        <pc:chgData name="Jonas Schaefer" userId="f302d8095f0a07cf" providerId="LiveId" clId="{E18254F6-5D61-49EA-970C-9766F06AF4DC}" dt="2025-12-05T16:31:48.396" v="944" actId="207"/>
        <pc:sldMkLst>
          <pc:docMk/>
          <pc:sldMk cId="1700775013" sldId="316"/>
        </pc:sldMkLst>
        <pc:spChg chg="add mod">
          <ac:chgData name="Jonas Schaefer" userId="f302d8095f0a07cf" providerId="LiveId" clId="{E18254F6-5D61-49EA-970C-9766F06AF4DC}" dt="2025-12-05T16:30:32.678" v="932"/>
          <ac:spMkLst>
            <pc:docMk/>
            <pc:sldMk cId="1700775013" sldId="316"/>
            <ac:spMk id="2" creationId="{E544E802-2636-3D7C-8E79-B3B2A0180889}"/>
          </ac:spMkLst>
        </pc:spChg>
        <pc:spChg chg="mod">
          <ac:chgData name="Jonas Schaefer" userId="f302d8095f0a07cf" providerId="LiveId" clId="{E18254F6-5D61-49EA-970C-9766F06AF4DC}" dt="2025-12-05T16:30:15.020" v="929" actId="20577"/>
          <ac:spMkLst>
            <pc:docMk/>
            <pc:sldMk cId="1700775013" sldId="316"/>
            <ac:spMk id="2720" creationId="{B5574E4B-E84E-5599-B9E1-3886640C7E44}"/>
          </ac:spMkLst>
        </pc:spChg>
        <pc:spChg chg="add del mod">
          <ac:chgData name="Jonas Schaefer" userId="f302d8095f0a07cf" providerId="LiveId" clId="{E18254F6-5D61-49EA-970C-9766F06AF4DC}" dt="2025-12-05T16:31:48.396" v="944" actId="207"/>
          <ac:spMkLst>
            <pc:docMk/>
            <pc:sldMk cId="1700775013" sldId="316"/>
            <ac:spMk id="2721" creationId="{352488AD-948A-EA88-6871-A0430FB2F4CD}"/>
          </ac:spMkLst>
        </pc:spChg>
      </pc:sldChg>
      <pc:sldMasterChg chg="addSldLayout delSldLayout">
        <pc:chgData name="Jonas Schaefer" userId="f302d8095f0a07cf" providerId="LiveId" clId="{E18254F6-5D61-49EA-970C-9766F06AF4DC}" dt="2025-12-05T13:29:44.373" v="905" actId="47"/>
        <pc:sldMasterMkLst>
          <pc:docMk/>
          <pc:sldMasterMk cId="0" sldId="2147483685"/>
        </pc:sldMasterMkLst>
        <pc:sldLayoutChg chg="del">
          <pc:chgData name="Jonas Schaefer" userId="f302d8095f0a07cf" providerId="LiveId" clId="{E18254F6-5D61-49EA-970C-9766F06AF4DC}" dt="2025-12-05T13:29:27.077" v="858" actId="47"/>
          <pc:sldLayoutMkLst>
            <pc:docMk/>
            <pc:sldMasterMk cId="0" sldId="2147483685"/>
            <pc:sldLayoutMk cId="0" sldId="2147483649"/>
          </pc:sldLayoutMkLst>
        </pc:sldLayoutChg>
        <pc:sldLayoutChg chg="del">
          <pc:chgData name="Jonas Schaefer" userId="f302d8095f0a07cf" providerId="LiveId" clId="{E18254F6-5D61-49EA-970C-9766F06AF4DC}" dt="2025-12-05T13:29:33.803" v="881" actId="47"/>
          <pc:sldLayoutMkLst>
            <pc:docMk/>
            <pc:sldMasterMk cId="0" sldId="2147483685"/>
            <pc:sldLayoutMk cId="0" sldId="2147483652"/>
          </pc:sldLayoutMkLst>
        </pc:sldLayoutChg>
        <pc:sldLayoutChg chg="del">
          <pc:chgData name="Jonas Schaefer" userId="f302d8095f0a07cf" providerId="LiveId" clId="{E18254F6-5D61-49EA-970C-9766F06AF4DC}" dt="2025-12-05T13:29:30.032" v="864" actId="47"/>
          <pc:sldLayoutMkLst>
            <pc:docMk/>
            <pc:sldMasterMk cId="0" sldId="2147483685"/>
            <pc:sldLayoutMk cId="0" sldId="2147483654"/>
          </pc:sldLayoutMkLst>
        </pc:sldLayoutChg>
        <pc:sldLayoutChg chg="del">
          <pc:chgData name="Jonas Schaefer" userId="f302d8095f0a07cf" providerId="LiveId" clId="{E18254F6-5D61-49EA-970C-9766F06AF4DC}" dt="2025-12-05T13:29:31.273" v="869" actId="47"/>
          <pc:sldLayoutMkLst>
            <pc:docMk/>
            <pc:sldMasterMk cId="0" sldId="2147483685"/>
            <pc:sldLayoutMk cId="0" sldId="2147483656"/>
          </pc:sldLayoutMkLst>
        </pc:sldLayoutChg>
        <pc:sldLayoutChg chg="del">
          <pc:chgData name="Jonas Schaefer" userId="f302d8095f0a07cf" providerId="LiveId" clId="{E18254F6-5D61-49EA-970C-9766F06AF4DC}" dt="2025-12-05T13:29:30.908" v="867" actId="47"/>
          <pc:sldLayoutMkLst>
            <pc:docMk/>
            <pc:sldMasterMk cId="0" sldId="2147483685"/>
            <pc:sldLayoutMk cId="0" sldId="2147483657"/>
          </pc:sldLayoutMkLst>
        </pc:sldLayoutChg>
        <pc:sldLayoutChg chg="del">
          <pc:chgData name="Jonas Schaefer" userId="f302d8095f0a07cf" providerId="LiveId" clId="{E18254F6-5D61-49EA-970C-9766F06AF4DC}" dt="2025-12-05T13:29:31.638" v="871" actId="47"/>
          <pc:sldLayoutMkLst>
            <pc:docMk/>
            <pc:sldMasterMk cId="0" sldId="2147483685"/>
            <pc:sldLayoutMk cId="0" sldId="2147483661"/>
          </pc:sldLayoutMkLst>
        </pc:sldLayoutChg>
        <pc:sldLayoutChg chg="del">
          <pc:chgData name="Jonas Schaefer" userId="f302d8095f0a07cf" providerId="LiveId" clId="{E18254F6-5D61-49EA-970C-9766F06AF4DC}" dt="2025-12-05T13:29:30.233" v="865" actId="47"/>
          <pc:sldLayoutMkLst>
            <pc:docMk/>
            <pc:sldMasterMk cId="0" sldId="2147483685"/>
            <pc:sldLayoutMk cId="0" sldId="2147483662"/>
          </pc:sldLayoutMkLst>
        </pc:sldLayoutChg>
        <pc:sldLayoutChg chg="del">
          <pc:chgData name="Jonas Schaefer" userId="f302d8095f0a07cf" providerId="LiveId" clId="{E18254F6-5D61-49EA-970C-9766F06AF4DC}" dt="2025-12-05T13:29:31.448" v="870" actId="47"/>
          <pc:sldLayoutMkLst>
            <pc:docMk/>
            <pc:sldMasterMk cId="0" sldId="2147483685"/>
            <pc:sldLayoutMk cId="0" sldId="2147483663"/>
          </pc:sldLayoutMkLst>
        </pc:sldLayoutChg>
        <pc:sldLayoutChg chg="del">
          <pc:chgData name="Jonas Schaefer" userId="f302d8095f0a07cf" providerId="LiveId" clId="{E18254F6-5D61-49EA-970C-9766F06AF4DC}" dt="2025-12-05T13:29:33.946" v="882" actId="47"/>
          <pc:sldLayoutMkLst>
            <pc:docMk/>
            <pc:sldMasterMk cId="0" sldId="2147483685"/>
            <pc:sldLayoutMk cId="0" sldId="2147483664"/>
          </pc:sldLayoutMkLst>
        </pc:sldLayoutChg>
        <pc:sldLayoutChg chg="del">
          <pc:chgData name="Jonas Schaefer" userId="f302d8095f0a07cf" providerId="LiveId" clId="{E18254F6-5D61-49EA-970C-9766F06AF4DC}" dt="2025-12-05T13:29:32.236" v="874" actId="47"/>
          <pc:sldLayoutMkLst>
            <pc:docMk/>
            <pc:sldMasterMk cId="0" sldId="2147483685"/>
            <pc:sldLayoutMk cId="0" sldId="2147483666"/>
          </pc:sldLayoutMkLst>
        </pc:sldLayoutChg>
        <pc:sldLayoutChg chg="del">
          <pc:chgData name="Jonas Schaefer" userId="f302d8095f0a07cf" providerId="LiveId" clId="{E18254F6-5D61-49EA-970C-9766F06AF4DC}" dt="2025-12-05T13:29:32.608" v="876" actId="47"/>
          <pc:sldLayoutMkLst>
            <pc:docMk/>
            <pc:sldMasterMk cId="0" sldId="2147483685"/>
            <pc:sldLayoutMk cId="0" sldId="2147483667"/>
          </pc:sldLayoutMkLst>
        </pc:sldLayoutChg>
        <pc:sldLayoutChg chg="del">
          <pc:chgData name="Jonas Schaefer" userId="f302d8095f0a07cf" providerId="LiveId" clId="{E18254F6-5D61-49EA-970C-9766F06AF4DC}" dt="2025-12-05T13:29:32.815" v="877" actId="47"/>
          <pc:sldLayoutMkLst>
            <pc:docMk/>
            <pc:sldMasterMk cId="0" sldId="2147483685"/>
            <pc:sldLayoutMk cId="0" sldId="2147483668"/>
          </pc:sldLayoutMkLst>
        </pc:sldLayoutChg>
        <pc:sldLayoutChg chg="del">
          <pc:chgData name="Jonas Schaefer" userId="f302d8095f0a07cf" providerId="LiveId" clId="{E18254F6-5D61-49EA-970C-9766F06AF4DC}" dt="2025-12-05T13:29:33.611" v="880" actId="47"/>
          <pc:sldLayoutMkLst>
            <pc:docMk/>
            <pc:sldMasterMk cId="0" sldId="2147483685"/>
            <pc:sldLayoutMk cId="0" sldId="2147483670"/>
          </pc:sldLayoutMkLst>
        </pc:sldLayoutChg>
        <pc:sldLayoutChg chg="del">
          <pc:chgData name="Jonas Schaefer" userId="f302d8095f0a07cf" providerId="LiveId" clId="{E18254F6-5D61-49EA-970C-9766F06AF4DC}" dt="2025-12-05T13:29:33.356" v="879" actId="47"/>
          <pc:sldLayoutMkLst>
            <pc:docMk/>
            <pc:sldMasterMk cId="0" sldId="2147483685"/>
            <pc:sldLayoutMk cId="0" sldId="2147483671"/>
          </pc:sldLayoutMkLst>
        </pc:sldLayoutChg>
        <pc:sldLayoutChg chg="del">
          <pc:chgData name="Jonas Schaefer" userId="f302d8095f0a07cf" providerId="LiveId" clId="{E18254F6-5D61-49EA-970C-9766F06AF4DC}" dt="2025-12-05T13:29:34.105" v="883" actId="47"/>
          <pc:sldLayoutMkLst>
            <pc:docMk/>
            <pc:sldMasterMk cId="0" sldId="2147483685"/>
            <pc:sldLayoutMk cId="0" sldId="2147483672"/>
          </pc:sldLayoutMkLst>
        </pc:sldLayoutChg>
        <pc:sldLayoutChg chg="del">
          <pc:chgData name="Jonas Schaefer" userId="f302d8095f0a07cf" providerId="LiveId" clId="{E18254F6-5D61-49EA-970C-9766F06AF4DC}" dt="2025-12-05T13:29:28.840" v="860" actId="47"/>
          <pc:sldLayoutMkLst>
            <pc:docMk/>
            <pc:sldMasterMk cId="0" sldId="2147483685"/>
            <pc:sldLayoutMk cId="0" sldId="2147483673"/>
          </pc:sldLayoutMkLst>
        </pc:sldLayoutChg>
        <pc:sldLayoutChg chg="del">
          <pc:chgData name="Jonas Schaefer" userId="f302d8095f0a07cf" providerId="LiveId" clId="{E18254F6-5D61-49EA-970C-9766F06AF4DC}" dt="2025-12-05T13:29:33.157" v="878" actId="47"/>
          <pc:sldLayoutMkLst>
            <pc:docMk/>
            <pc:sldMasterMk cId="0" sldId="2147483685"/>
            <pc:sldLayoutMk cId="0" sldId="2147483674"/>
          </pc:sldLayoutMkLst>
        </pc:sldLayoutChg>
        <pc:sldLayoutChg chg="add del">
          <pc:chgData name="Jonas Schaefer" userId="f302d8095f0a07cf" providerId="LiveId" clId="{E18254F6-5D61-49EA-970C-9766F06AF4DC}" dt="2025-12-05T13:29:41.770" v="904" actId="47"/>
          <pc:sldLayoutMkLst>
            <pc:docMk/>
            <pc:sldMasterMk cId="0" sldId="2147483685"/>
            <pc:sldLayoutMk cId="0" sldId="2147483675"/>
          </pc:sldLayoutMkLst>
        </pc:sldLayoutChg>
        <pc:sldLayoutChg chg="del">
          <pc:chgData name="Jonas Schaefer" userId="f302d8095f0a07cf" providerId="LiveId" clId="{E18254F6-5D61-49EA-970C-9766F06AF4DC}" dt="2025-12-05T13:29:31.838" v="872" actId="47"/>
          <pc:sldLayoutMkLst>
            <pc:docMk/>
            <pc:sldMasterMk cId="0" sldId="2147483685"/>
            <pc:sldLayoutMk cId="0" sldId="2147483676"/>
          </pc:sldLayoutMkLst>
        </pc:sldLayoutChg>
        <pc:sldLayoutChg chg="del">
          <pc:chgData name="Jonas Schaefer" userId="f302d8095f0a07cf" providerId="LiveId" clId="{E18254F6-5D61-49EA-970C-9766F06AF4DC}" dt="2025-12-05T13:29:29.804" v="863" actId="47"/>
          <pc:sldLayoutMkLst>
            <pc:docMk/>
            <pc:sldMasterMk cId="0" sldId="2147483685"/>
            <pc:sldLayoutMk cId="0" sldId="2147483678"/>
          </pc:sldLayoutMkLst>
        </pc:sldLayoutChg>
        <pc:sldLayoutChg chg="del">
          <pc:chgData name="Jonas Schaefer" userId="f302d8095f0a07cf" providerId="LiveId" clId="{E18254F6-5D61-49EA-970C-9766F06AF4DC}" dt="2025-12-05T13:29:31.103" v="868" actId="47"/>
          <pc:sldLayoutMkLst>
            <pc:docMk/>
            <pc:sldMasterMk cId="0" sldId="2147483685"/>
            <pc:sldLayoutMk cId="0" sldId="2147483679"/>
          </pc:sldLayoutMkLst>
        </pc:sldLayoutChg>
        <pc:sldLayoutChg chg="add del">
          <pc:chgData name="Jonas Schaefer" userId="f302d8095f0a07cf" providerId="LiveId" clId="{E18254F6-5D61-49EA-970C-9766F06AF4DC}" dt="2025-12-05T13:29:44.373" v="905" actId="47"/>
          <pc:sldLayoutMkLst>
            <pc:docMk/>
            <pc:sldMasterMk cId="0" sldId="2147483685"/>
            <pc:sldLayoutMk cId="0" sldId="2147483680"/>
          </pc:sldLayoutMkLst>
        </pc:sldLayoutChg>
      </pc:sldMasterChg>
      <pc:sldMasterChg chg="add del addSldLayout delSldLayout">
        <pc:chgData name="Jonas Schaefer" userId="f302d8095f0a07cf" providerId="LiveId" clId="{E18254F6-5D61-49EA-970C-9766F06AF4DC}" dt="2025-12-05T13:29:48.600" v="907" actId="47"/>
        <pc:sldMasterMkLst>
          <pc:docMk/>
          <pc:sldMasterMk cId="0" sldId="2147483686"/>
        </pc:sldMasterMkLst>
        <pc:sldLayoutChg chg="add del">
          <pc:chgData name="Jonas Schaefer" userId="f302d8095f0a07cf" providerId="LiveId" clId="{E18254F6-5D61-49EA-970C-9766F06AF4DC}" dt="2025-12-05T13:29:48.600" v="907" actId="47"/>
          <pc:sldLayoutMkLst>
            <pc:docMk/>
            <pc:sldMasterMk cId="0" sldId="2147483686"/>
            <pc:sldLayoutMk cId="0" sldId="2147483683"/>
          </pc:sldLayoutMkLst>
        </pc:sldLayoutChg>
        <pc:sldLayoutChg chg="del">
          <pc:chgData name="Jonas Schaefer" userId="f302d8095f0a07cf" providerId="LiveId" clId="{E18254F6-5D61-49EA-970C-9766F06AF4DC}" dt="2025-12-05T13:29:36.289" v="894" actId="47"/>
          <pc:sldLayoutMkLst>
            <pc:docMk/>
            <pc:sldMasterMk cId="0" sldId="2147483686"/>
            <pc:sldLayoutMk cId="0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g10a69f07881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0" name="Google Shape;3300;g10a69f07881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g10b651380e3_0_2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8" name="Google Shape;2718;g10b651380e3_0_2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10a69f0788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5" name="Google Shape;3395;g10a69f0788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5">
          <a:extLst>
            <a:ext uri="{FF2B5EF4-FFF2-40B4-BE49-F238E27FC236}">
              <a16:creationId xmlns:a16="http://schemas.microsoft.com/office/drawing/2014/main" id="{6391938A-C52B-B847-FEFB-0D53584E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10a69f07881_0_159:notes">
            <a:extLst>
              <a:ext uri="{FF2B5EF4-FFF2-40B4-BE49-F238E27FC236}">
                <a16:creationId xmlns:a16="http://schemas.microsoft.com/office/drawing/2014/main" id="{A6618A8B-20C6-AEBC-6B8A-21CBE986A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7" name="Google Shape;2747;g10a69f07881_0_159:notes">
            <a:extLst>
              <a:ext uri="{FF2B5EF4-FFF2-40B4-BE49-F238E27FC236}">
                <a16:creationId xmlns:a16="http://schemas.microsoft.com/office/drawing/2014/main" id="{045B62C1-A148-F349-6DCD-3A1839785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41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5">
          <a:extLst>
            <a:ext uri="{FF2B5EF4-FFF2-40B4-BE49-F238E27FC236}">
              <a16:creationId xmlns:a16="http://schemas.microsoft.com/office/drawing/2014/main" id="{2766D833-FC8C-88C2-FFC1-6983F7E1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10a69f07881_0_159:notes">
            <a:extLst>
              <a:ext uri="{FF2B5EF4-FFF2-40B4-BE49-F238E27FC236}">
                <a16:creationId xmlns:a16="http://schemas.microsoft.com/office/drawing/2014/main" id="{381D58DA-C364-C001-AC3D-935ED3396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7" name="Google Shape;2747;g10a69f07881_0_159:notes">
            <a:extLst>
              <a:ext uri="{FF2B5EF4-FFF2-40B4-BE49-F238E27FC236}">
                <a16:creationId xmlns:a16="http://schemas.microsoft.com/office/drawing/2014/main" id="{93459F2C-BF4E-0C34-E3E7-FE454CDFF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64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5">
          <a:extLst>
            <a:ext uri="{FF2B5EF4-FFF2-40B4-BE49-F238E27FC236}">
              <a16:creationId xmlns:a16="http://schemas.microsoft.com/office/drawing/2014/main" id="{17007597-647C-D77A-E5CF-BEDC0EDA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10a69f07881_0_159:notes">
            <a:extLst>
              <a:ext uri="{FF2B5EF4-FFF2-40B4-BE49-F238E27FC236}">
                <a16:creationId xmlns:a16="http://schemas.microsoft.com/office/drawing/2014/main" id="{5B9DCDC5-BBE3-F20C-2E6E-A588FFD4DA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7" name="Google Shape;2747;g10a69f07881_0_159:notes">
            <a:extLst>
              <a:ext uri="{FF2B5EF4-FFF2-40B4-BE49-F238E27FC236}">
                <a16:creationId xmlns:a16="http://schemas.microsoft.com/office/drawing/2014/main" id="{9157E3FB-4ECD-0064-1BDD-224F0DDE4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6016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g10aca425e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4" name="Google Shape;2724;g10aca425eb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3">
          <a:extLst>
            <a:ext uri="{FF2B5EF4-FFF2-40B4-BE49-F238E27FC236}">
              <a16:creationId xmlns:a16="http://schemas.microsoft.com/office/drawing/2014/main" id="{BDBA3C8B-EE73-BBA9-8630-DC3E5B05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10a69f07881_0_251:notes">
            <a:extLst>
              <a:ext uri="{FF2B5EF4-FFF2-40B4-BE49-F238E27FC236}">
                <a16:creationId xmlns:a16="http://schemas.microsoft.com/office/drawing/2014/main" id="{3DF408D5-BB3B-BED3-EDA5-D675ADAC0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5" name="Google Shape;3395;g10a69f07881_0_251:notes">
            <a:extLst>
              <a:ext uri="{FF2B5EF4-FFF2-40B4-BE49-F238E27FC236}">
                <a16:creationId xmlns:a16="http://schemas.microsoft.com/office/drawing/2014/main" id="{B5910D7B-2EA3-73DF-1502-B005AFED1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580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g10a69f0788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3" name="Google Shape;2653;g10a69f0788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10a69f07881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4" name="Google Shape;3054;g10a69f07881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>
          <a:extLst>
            <a:ext uri="{FF2B5EF4-FFF2-40B4-BE49-F238E27FC236}">
              <a16:creationId xmlns:a16="http://schemas.microsoft.com/office/drawing/2014/main" id="{A548B0FE-BDB9-C3E0-AFC4-A818CD68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g10b651380e3_0_2542:notes">
            <a:extLst>
              <a:ext uri="{FF2B5EF4-FFF2-40B4-BE49-F238E27FC236}">
                <a16:creationId xmlns:a16="http://schemas.microsoft.com/office/drawing/2014/main" id="{59C762FE-5025-9B9C-4D79-2D58D8171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8" name="Google Shape;2718;g10b651380e3_0_2542:notes">
            <a:extLst>
              <a:ext uri="{FF2B5EF4-FFF2-40B4-BE49-F238E27FC236}">
                <a16:creationId xmlns:a16="http://schemas.microsoft.com/office/drawing/2014/main" id="{EA126F5A-8298-3922-6FDD-82BCE6C62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107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g10a69f07881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8" name="Google Shape;3438;g10a69f07881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freepik.com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"/>
          <p:cNvSpPr txBox="1">
            <a:spLocks noGrp="1"/>
          </p:cNvSpPr>
          <p:nvPr>
            <p:ph type="subTitle" idx="1"/>
          </p:nvPr>
        </p:nvSpPr>
        <p:spPr>
          <a:xfrm>
            <a:off x="192817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"/>
          <p:cNvSpPr txBox="1">
            <a:spLocks noGrp="1"/>
          </p:cNvSpPr>
          <p:nvPr>
            <p:ph type="subTitle" idx="2"/>
          </p:nvPr>
        </p:nvSpPr>
        <p:spPr>
          <a:xfrm>
            <a:off x="192817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6" name="Google Shape;256;p5"/>
          <p:cNvSpPr txBox="1">
            <a:spLocks noGrp="1"/>
          </p:cNvSpPr>
          <p:nvPr>
            <p:ph type="subTitle" idx="3"/>
          </p:nvPr>
        </p:nvSpPr>
        <p:spPr>
          <a:xfrm>
            <a:off x="490132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"/>
          <p:cNvSpPr txBox="1">
            <a:spLocks noGrp="1"/>
          </p:cNvSpPr>
          <p:nvPr>
            <p:ph type="subTitle" idx="4"/>
          </p:nvPr>
        </p:nvSpPr>
        <p:spPr>
          <a:xfrm>
            <a:off x="490132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8" name="Google Shape;258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de-DE"/>
          </a:p>
        </p:txBody>
      </p:sp>
      <p:grpSp>
        <p:nvGrpSpPr>
          <p:cNvPr id="259" name="Google Shape;259;p5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60" name="Google Shape;260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75" name="Google Shape;275;p5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84" name="Google Shape;284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99" name="Google Shape;299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de-DE"/>
          </a:p>
        </p:txBody>
      </p:sp>
      <p:grpSp>
        <p:nvGrpSpPr>
          <p:cNvPr id="356" name="Google Shape;356;p5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357" name="Google Shape;357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59" name="Google Shape;359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" name="Google Shape;361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2682300" y="624611"/>
            <a:ext cx="3769563" cy="11358057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8129425" y="-110899"/>
            <a:ext cx="4222888" cy="4088811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2635762" y="-5215852"/>
            <a:ext cx="3769563" cy="11358057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7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7"/>
          <p:cNvSpPr txBox="1">
            <a:spLocks noGrp="1"/>
          </p:cNvSpPr>
          <p:nvPr>
            <p:ph type="body" idx="1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de-DE"/>
          </a:p>
        </p:txBody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4"/>
          <p:cNvSpPr txBox="1">
            <a:spLocks noGrp="1"/>
          </p:cNvSpPr>
          <p:nvPr>
            <p:ph type="title"/>
          </p:nvPr>
        </p:nvSpPr>
        <p:spPr>
          <a:xfrm>
            <a:off x="1311750" y="3986900"/>
            <a:ext cx="6520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1" name="Google Shape;801;p14"/>
          <p:cNvSpPr txBox="1">
            <a:spLocks noGrp="1"/>
          </p:cNvSpPr>
          <p:nvPr>
            <p:ph type="subTitle" idx="1"/>
          </p:nvPr>
        </p:nvSpPr>
        <p:spPr>
          <a:xfrm>
            <a:off x="1311750" y="1934575"/>
            <a:ext cx="6520500" cy="15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grpSp>
        <p:nvGrpSpPr>
          <p:cNvPr id="802" name="Google Shape;802;p14"/>
          <p:cNvGrpSpPr/>
          <p:nvPr/>
        </p:nvGrpSpPr>
        <p:grpSpPr>
          <a:xfrm flipH="1">
            <a:off x="8167938" y="-4899154"/>
            <a:ext cx="3721951" cy="12135923"/>
            <a:chOff x="-3170262" y="3452177"/>
            <a:chExt cx="3721951" cy="12135923"/>
          </a:xfrm>
        </p:grpSpPr>
        <p:sp>
          <p:nvSpPr>
            <p:cNvPr id="803" name="Google Shape;803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" name="Google Shape;859;p14"/>
          <p:cNvGrpSpPr/>
          <p:nvPr/>
        </p:nvGrpSpPr>
        <p:grpSpPr>
          <a:xfrm rot="10800000">
            <a:off x="-2853462" y="-2443379"/>
            <a:ext cx="3721951" cy="12135923"/>
            <a:chOff x="-3170262" y="3452177"/>
            <a:chExt cx="3721951" cy="12135923"/>
          </a:xfrm>
        </p:grpSpPr>
        <p:sp>
          <p:nvSpPr>
            <p:cNvPr id="860" name="Google Shape;860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14"/>
          <p:cNvGrpSpPr/>
          <p:nvPr/>
        </p:nvGrpSpPr>
        <p:grpSpPr>
          <a:xfrm rot="10800000">
            <a:off x="8636589" y="3129613"/>
            <a:ext cx="261061" cy="3913266"/>
            <a:chOff x="7704114" y="-97112"/>
            <a:chExt cx="261061" cy="3913266"/>
          </a:xfrm>
        </p:grpSpPr>
        <p:sp>
          <p:nvSpPr>
            <p:cNvPr id="917" name="Google Shape;917;p14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918" name="Google Shape;918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4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920" name="Google Shape;920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9"/>
          <p:cNvSpPr txBox="1">
            <a:spLocks noGrp="1"/>
          </p:cNvSpPr>
          <p:nvPr>
            <p:ph type="title"/>
          </p:nvPr>
        </p:nvSpPr>
        <p:spPr>
          <a:xfrm>
            <a:off x="4201387" y="1214700"/>
            <a:ext cx="4222200" cy="9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227" name="Google Shape;1227;p19"/>
          <p:cNvSpPr txBox="1">
            <a:spLocks noGrp="1"/>
          </p:cNvSpPr>
          <p:nvPr>
            <p:ph type="subTitle" idx="1"/>
          </p:nvPr>
        </p:nvSpPr>
        <p:spPr>
          <a:xfrm>
            <a:off x="4201387" y="2840075"/>
            <a:ext cx="4222200" cy="1040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228" name="Google Shape;1228;p19"/>
          <p:cNvGrpSpPr/>
          <p:nvPr/>
        </p:nvGrpSpPr>
        <p:grpSpPr>
          <a:xfrm rot="5400000" flipH="1">
            <a:off x="-675675" y="-1922624"/>
            <a:ext cx="4222888" cy="4088811"/>
            <a:chOff x="8129425" y="2555026"/>
            <a:chExt cx="4222888" cy="4088811"/>
          </a:xfrm>
        </p:grpSpPr>
        <p:sp>
          <p:nvSpPr>
            <p:cNvPr id="1229" name="Google Shape;1229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7" name="Google Shape;1237;p19"/>
          <p:cNvGrpSpPr/>
          <p:nvPr/>
        </p:nvGrpSpPr>
        <p:grpSpPr>
          <a:xfrm>
            <a:off x="-219775" y="3849186"/>
            <a:ext cx="3769563" cy="11358057"/>
            <a:chOff x="-2722250" y="-1079764"/>
            <a:chExt cx="3769563" cy="11358057"/>
          </a:xfrm>
        </p:grpSpPr>
        <p:sp>
          <p:nvSpPr>
            <p:cNvPr id="1238" name="Google Shape;123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2" name="Google Shape;1252;p19"/>
          <p:cNvGrpSpPr/>
          <p:nvPr/>
        </p:nvGrpSpPr>
        <p:grpSpPr>
          <a:xfrm rot="10800000">
            <a:off x="-1565550" y="2976149"/>
            <a:ext cx="2504551" cy="4575301"/>
            <a:chOff x="8430775" y="-2181926"/>
            <a:chExt cx="2504551" cy="4575301"/>
          </a:xfrm>
        </p:grpSpPr>
        <p:sp>
          <p:nvSpPr>
            <p:cNvPr id="1253" name="Google Shape;1253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19"/>
          <p:cNvGrpSpPr/>
          <p:nvPr/>
        </p:nvGrpSpPr>
        <p:grpSpPr>
          <a:xfrm flipH="1">
            <a:off x="-1393950" y="-10219564"/>
            <a:ext cx="3769563" cy="11358057"/>
            <a:chOff x="-2722250" y="-1079764"/>
            <a:chExt cx="3769563" cy="11358057"/>
          </a:xfrm>
        </p:grpSpPr>
        <p:sp>
          <p:nvSpPr>
            <p:cNvPr id="1258" name="Google Shape;125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_1_1_1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3"/>
          <p:cNvSpPr txBox="1">
            <a:spLocks noGrp="1"/>
          </p:cNvSpPr>
          <p:nvPr>
            <p:ph type="title"/>
          </p:nvPr>
        </p:nvSpPr>
        <p:spPr>
          <a:xfrm>
            <a:off x="4818075" y="1300763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23"/>
          <p:cNvSpPr txBox="1">
            <a:spLocks noGrp="1"/>
          </p:cNvSpPr>
          <p:nvPr>
            <p:ph type="subTitle" idx="1"/>
          </p:nvPr>
        </p:nvSpPr>
        <p:spPr>
          <a:xfrm>
            <a:off x="4818075" y="2548050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433" name="Google Shape;1433;p23"/>
          <p:cNvGrpSpPr/>
          <p:nvPr/>
        </p:nvGrpSpPr>
        <p:grpSpPr>
          <a:xfrm flipH="1">
            <a:off x="8571875" y="-2348602"/>
            <a:ext cx="3769563" cy="11358057"/>
            <a:chOff x="-2722250" y="-1079764"/>
            <a:chExt cx="3769563" cy="11358057"/>
          </a:xfrm>
        </p:grpSpPr>
        <p:sp>
          <p:nvSpPr>
            <p:cNvPr id="1434" name="Google Shape;1434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8" name="Google Shape;1448;p23"/>
          <p:cNvGrpSpPr/>
          <p:nvPr/>
        </p:nvGrpSpPr>
        <p:grpSpPr>
          <a:xfrm rot="5400000">
            <a:off x="-1398220" y="4486426"/>
            <a:ext cx="4222888" cy="4088811"/>
            <a:chOff x="8129425" y="2555026"/>
            <a:chExt cx="4222888" cy="4088811"/>
          </a:xfrm>
        </p:grpSpPr>
        <p:sp>
          <p:nvSpPr>
            <p:cNvPr id="1449" name="Google Shape;1449;p23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7" name="Google Shape;1457;p23"/>
          <p:cNvGrpSpPr/>
          <p:nvPr/>
        </p:nvGrpSpPr>
        <p:grpSpPr>
          <a:xfrm rot="-5400000" flipH="1">
            <a:off x="-1268897" y="-877738"/>
            <a:ext cx="3021722" cy="3146276"/>
            <a:chOff x="7186293" y="-290625"/>
            <a:chExt cx="3021722" cy="3146276"/>
          </a:xfrm>
        </p:grpSpPr>
        <p:sp>
          <p:nvSpPr>
            <p:cNvPr id="1458" name="Google Shape;1458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9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66" name="Google Shape;1866;p29"/>
          <p:cNvSpPr txBox="1">
            <a:spLocks noGrp="1"/>
          </p:cNvSpPr>
          <p:nvPr>
            <p:ph type="subTitle" idx="1"/>
          </p:nvPr>
        </p:nvSpPr>
        <p:spPr>
          <a:xfrm>
            <a:off x="2132775" y="19522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7" name="Google Shape;1867;p29"/>
          <p:cNvSpPr txBox="1">
            <a:spLocks noGrp="1"/>
          </p:cNvSpPr>
          <p:nvPr>
            <p:ph type="subTitle" idx="2"/>
          </p:nvPr>
        </p:nvSpPr>
        <p:spPr>
          <a:xfrm>
            <a:off x="2132775" y="15710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868" name="Google Shape;1868;p29"/>
          <p:cNvSpPr txBox="1">
            <a:spLocks noGrp="1"/>
          </p:cNvSpPr>
          <p:nvPr>
            <p:ph type="subTitle" idx="3"/>
          </p:nvPr>
        </p:nvSpPr>
        <p:spPr>
          <a:xfrm>
            <a:off x="2132775" y="34010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9" name="Google Shape;1869;p29"/>
          <p:cNvSpPr txBox="1">
            <a:spLocks noGrp="1"/>
          </p:cNvSpPr>
          <p:nvPr>
            <p:ph type="subTitle" idx="4"/>
          </p:nvPr>
        </p:nvSpPr>
        <p:spPr>
          <a:xfrm>
            <a:off x="2132775" y="30198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870" name="Google Shape;1870;p29"/>
          <p:cNvSpPr txBox="1">
            <a:spLocks noGrp="1"/>
          </p:cNvSpPr>
          <p:nvPr>
            <p:ph type="subTitle" idx="5"/>
          </p:nvPr>
        </p:nvSpPr>
        <p:spPr>
          <a:xfrm>
            <a:off x="5911850" y="19522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1" name="Google Shape;1871;p29"/>
          <p:cNvSpPr txBox="1">
            <a:spLocks noGrp="1"/>
          </p:cNvSpPr>
          <p:nvPr>
            <p:ph type="subTitle" idx="6"/>
          </p:nvPr>
        </p:nvSpPr>
        <p:spPr>
          <a:xfrm>
            <a:off x="5911850" y="15710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872" name="Google Shape;1872;p29"/>
          <p:cNvSpPr txBox="1">
            <a:spLocks noGrp="1"/>
          </p:cNvSpPr>
          <p:nvPr>
            <p:ph type="subTitle" idx="7"/>
          </p:nvPr>
        </p:nvSpPr>
        <p:spPr>
          <a:xfrm>
            <a:off x="5911850" y="34010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3" name="Google Shape;1873;p29"/>
          <p:cNvSpPr txBox="1">
            <a:spLocks noGrp="1"/>
          </p:cNvSpPr>
          <p:nvPr>
            <p:ph type="subTitle" idx="8"/>
          </p:nvPr>
        </p:nvSpPr>
        <p:spPr>
          <a:xfrm>
            <a:off x="5911850" y="30198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1874" name="Google Shape;1874;p29"/>
          <p:cNvGrpSpPr/>
          <p:nvPr/>
        </p:nvGrpSpPr>
        <p:grpSpPr>
          <a:xfrm rot="10800000">
            <a:off x="-1081045" y="2901062"/>
            <a:ext cx="3021722" cy="3146276"/>
            <a:chOff x="-1081045" y="-1072813"/>
            <a:chExt cx="3021722" cy="3146276"/>
          </a:xfrm>
        </p:grpSpPr>
        <p:sp>
          <p:nvSpPr>
            <p:cNvPr id="1875" name="Google Shape;1875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3" name="Google Shape;1883;p29"/>
          <p:cNvGrpSpPr/>
          <p:nvPr/>
        </p:nvGrpSpPr>
        <p:grpSpPr>
          <a:xfrm rot="10800000">
            <a:off x="8197625" y="-630926"/>
            <a:ext cx="1158175" cy="2819114"/>
            <a:chOff x="-444950" y="2746461"/>
            <a:chExt cx="1158175" cy="2819114"/>
          </a:xfrm>
        </p:grpSpPr>
        <p:sp>
          <p:nvSpPr>
            <p:cNvPr id="1884" name="Google Shape;1884;p29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885" name="Google Shape;1885;p29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9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888" name="Google Shape;1888;p29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2" name="Google Shape;1892;p29"/>
          <p:cNvGrpSpPr/>
          <p:nvPr/>
        </p:nvGrpSpPr>
        <p:grpSpPr>
          <a:xfrm rot="-5400000" flipH="1">
            <a:off x="5658025" y="4666451"/>
            <a:ext cx="4222888" cy="4088811"/>
            <a:chOff x="8129425" y="2555026"/>
            <a:chExt cx="4222888" cy="4088811"/>
          </a:xfrm>
        </p:grpSpPr>
        <p:sp>
          <p:nvSpPr>
            <p:cNvPr id="1893" name="Google Shape;1893;p2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1" name="Google Shape;1901;p29"/>
          <p:cNvGrpSpPr/>
          <p:nvPr/>
        </p:nvGrpSpPr>
        <p:grpSpPr>
          <a:xfrm>
            <a:off x="-3068512" y="-9947723"/>
            <a:ext cx="3752539" cy="12135923"/>
            <a:chOff x="-3068512" y="-9947723"/>
            <a:chExt cx="3752539" cy="12135923"/>
          </a:xfrm>
        </p:grpSpPr>
        <p:sp>
          <p:nvSpPr>
            <p:cNvPr id="1902" name="Google Shape;1902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9"/>
            <p:cNvSpPr/>
            <p:nvPr/>
          </p:nvSpPr>
          <p:spPr>
            <a:xfrm rot="5400000">
              <a:off x="-3287162" y="-171475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_1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86" name="Google Shape;1986;p31"/>
          <p:cNvGrpSpPr/>
          <p:nvPr/>
        </p:nvGrpSpPr>
        <p:grpSpPr>
          <a:xfrm rot="10800000" flipH="1">
            <a:off x="8280700" y="-1086319"/>
            <a:ext cx="4222888" cy="4088811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3008737" y="-4892867"/>
            <a:ext cx="3721951" cy="12135923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3324825" y="4560924"/>
            <a:ext cx="6966899" cy="300288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rot="5400000" flipH="1">
              <a:off x="67684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7" name="Google Shape;2057;p31"/>
          <p:cNvSpPr txBox="1">
            <a:spLocks noGrp="1"/>
          </p:cNvSpPr>
          <p:nvPr>
            <p:ph type="subTitle" idx="1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8" name="Google Shape;2058;p31"/>
          <p:cNvSpPr txBox="1">
            <a:spLocks noGrp="1"/>
          </p:cNvSpPr>
          <p:nvPr>
            <p:ph type="subTitle" idx="2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59" name="Google Shape;2059;p31"/>
          <p:cNvSpPr txBox="1">
            <a:spLocks noGrp="1"/>
          </p:cNvSpPr>
          <p:nvPr>
            <p:ph type="subTitle" idx="3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31"/>
          <p:cNvSpPr txBox="1">
            <a:spLocks noGrp="1"/>
          </p:cNvSpPr>
          <p:nvPr>
            <p:ph type="subTitle" idx="4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1" name="Google Shape;2061;p31"/>
          <p:cNvSpPr txBox="1">
            <a:spLocks noGrp="1"/>
          </p:cNvSpPr>
          <p:nvPr>
            <p:ph type="subTitle" idx="5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2" name="Google Shape;2062;p31"/>
          <p:cNvSpPr txBox="1">
            <a:spLocks noGrp="1"/>
          </p:cNvSpPr>
          <p:nvPr>
            <p:ph type="subTitle" idx="6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3" name="Google Shape;2063;p31"/>
          <p:cNvSpPr txBox="1">
            <a:spLocks noGrp="1"/>
          </p:cNvSpPr>
          <p:nvPr>
            <p:ph type="subTitle" idx="7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4" name="Google Shape;2064;p31"/>
          <p:cNvSpPr txBox="1">
            <a:spLocks noGrp="1"/>
          </p:cNvSpPr>
          <p:nvPr>
            <p:ph type="subTitle" idx="8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5" name="Google Shape;2065;p31"/>
          <p:cNvSpPr txBox="1">
            <a:spLocks noGrp="1"/>
          </p:cNvSpPr>
          <p:nvPr>
            <p:ph type="subTitle" idx="9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6" name="Google Shape;2066;p31"/>
          <p:cNvSpPr txBox="1">
            <a:spLocks noGrp="1"/>
          </p:cNvSpPr>
          <p:nvPr>
            <p:ph type="subTitle" idx="13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34"/>
          <p:cNvSpPr txBox="1">
            <a:spLocks noGrp="1"/>
          </p:cNvSpPr>
          <p:nvPr>
            <p:ph type="title"/>
          </p:nvPr>
        </p:nvSpPr>
        <p:spPr>
          <a:xfrm>
            <a:off x="2832750" y="621225"/>
            <a:ext cx="34785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232" name="Google Shape;2232;p34"/>
          <p:cNvGrpSpPr/>
          <p:nvPr/>
        </p:nvGrpSpPr>
        <p:grpSpPr>
          <a:xfrm rot="10800000" flipH="1">
            <a:off x="-1947251" y="-2064042"/>
            <a:ext cx="3721951" cy="12135923"/>
            <a:chOff x="-3170262" y="3452177"/>
            <a:chExt cx="3721951" cy="12135923"/>
          </a:xfrm>
        </p:grpSpPr>
        <p:sp>
          <p:nvSpPr>
            <p:cNvPr id="2233" name="Google Shape;2233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9" name="Google Shape;2289;p34"/>
          <p:cNvGrpSpPr/>
          <p:nvPr/>
        </p:nvGrpSpPr>
        <p:grpSpPr>
          <a:xfrm rot="10800000">
            <a:off x="-2665901" y="-1468542"/>
            <a:ext cx="3721951" cy="12135923"/>
            <a:chOff x="-3170262" y="3452177"/>
            <a:chExt cx="3721951" cy="12135923"/>
          </a:xfrm>
        </p:grpSpPr>
        <p:sp>
          <p:nvSpPr>
            <p:cNvPr id="2290" name="Google Shape;2290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6" name="Google Shape;2346;p34"/>
          <p:cNvGrpSpPr/>
          <p:nvPr/>
        </p:nvGrpSpPr>
        <p:grpSpPr>
          <a:xfrm flipH="1">
            <a:off x="7369299" y="-4760179"/>
            <a:ext cx="3721951" cy="12135923"/>
            <a:chOff x="-3170262" y="3452177"/>
            <a:chExt cx="3721951" cy="12135923"/>
          </a:xfrm>
        </p:grpSpPr>
        <p:sp>
          <p:nvSpPr>
            <p:cNvPr id="2347" name="Google Shape;2347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3" name="Google Shape;2403;p34"/>
          <p:cNvGrpSpPr/>
          <p:nvPr/>
        </p:nvGrpSpPr>
        <p:grpSpPr>
          <a:xfrm>
            <a:off x="8087949" y="-5355679"/>
            <a:ext cx="3721951" cy="12135923"/>
            <a:chOff x="-3170262" y="3452177"/>
            <a:chExt cx="3721951" cy="12135923"/>
          </a:xfrm>
        </p:grpSpPr>
        <p:sp>
          <p:nvSpPr>
            <p:cNvPr id="2404" name="Google Shape;2404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0" name="Google Shape;2460;p34"/>
          <p:cNvSpPr txBox="1"/>
          <p:nvPr/>
        </p:nvSpPr>
        <p:spPr>
          <a:xfrm>
            <a:off x="2832750" y="3481875"/>
            <a:ext cx="34785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61" name="Google Shape;2461;p34"/>
          <p:cNvSpPr txBox="1">
            <a:spLocks noGrp="1"/>
          </p:cNvSpPr>
          <p:nvPr>
            <p:ph type="subTitle" idx="1"/>
          </p:nvPr>
        </p:nvSpPr>
        <p:spPr>
          <a:xfrm>
            <a:off x="2832750" y="2720657"/>
            <a:ext cx="3478500" cy="877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462" name="Google Shape;2462;p34"/>
          <p:cNvSpPr txBox="1">
            <a:spLocks noGrp="1"/>
          </p:cNvSpPr>
          <p:nvPr>
            <p:ph type="subTitle" idx="2"/>
          </p:nvPr>
        </p:nvSpPr>
        <p:spPr>
          <a:xfrm>
            <a:off x="2832750" y="4227600"/>
            <a:ext cx="3478500" cy="27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59" r:id="rId6"/>
    <p:sldLayoutId id="2147483660" r:id="rId7"/>
    <p:sldLayoutId id="2147483665" r:id="rId8"/>
    <p:sldLayoutId id="2147483669" r:id="rId9"/>
    <p:sldLayoutId id="2147483675" r:id="rId10"/>
    <p:sldLayoutId id="2147483677" r:id="rId11"/>
    <p:sldLayoutId id="2147483680" r:id="rId12"/>
    <p:sldLayoutId id="2147483681" r:id="rId13"/>
    <p:sldLayoutId id="214748368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40"/>
          <p:cNvSpPr txBox="1">
            <a:spLocks noGrp="1"/>
          </p:cNvSpPr>
          <p:nvPr>
            <p:ph type="ctrTitle"/>
          </p:nvPr>
        </p:nvSpPr>
        <p:spPr>
          <a:xfrm>
            <a:off x="1299875" y="1019651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lt2"/>
                </a:solidFill>
              </a:rPr>
              <a:t>A Multi-Threaded Broken-Link Checker for the Marian</a:t>
            </a:r>
            <a:br>
              <a:rPr lang="en-US" dirty="0">
                <a:solidFill>
                  <a:schemeClr val="lt2"/>
                </a:solidFill>
              </a:rPr>
            </a:br>
            <a:r>
              <a:rPr lang="en-US" dirty="0">
                <a:solidFill>
                  <a:schemeClr val="lt2"/>
                </a:solidFill>
              </a:rPr>
              <a:t>University Website </a:t>
            </a:r>
            <a:br>
              <a:rPr lang="en-US" dirty="0">
                <a:solidFill>
                  <a:schemeClr val="lt2"/>
                </a:solidFill>
              </a:rPr>
            </a:br>
            <a:r>
              <a:rPr lang="en-US" sz="2600" dirty="0"/>
              <a:t>An Operating-Systems–Informed Design and Evaluation</a:t>
            </a:r>
            <a:endParaRPr sz="2600" dirty="0"/>
          </a:p>
        </p:txBody>
      </p:sp>
      <p:sp>
        <p:nvSpPr>
          <p:cNvPr id="2639" name="Google Shape;2639;p40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Jonas Schaefer</a:t>
            </a:r>
            <a:endParaRPr dirty="0"/>
          </a:p>
        </p:txBody>
      </p:sp>
      <p:cxnSp>
        <p:nvCxnSpPr>
          <p:cNvPr id="2640" name="Google Shape;2640;p40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41" name="Google Shape;2641;p40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43"/>
          <p:cNvGrpSpPr/>
          <p:nvPr/>
        </p:nvGrpSpPr>
        <p:grpSpPr>
          <a:xfrm>
            <a:off x="1053497" y="3073586"/>
            <a:ext cx="795537" cy="795537"/>
            <a:chOff x="851175" y="1582401"/>
            <a:chExt cx="964872" cy="964872"/>
          </a:xfrm>
        </p:grpSpPr>
        <p:sp>
          <p:nvSpPr>
            <p:cNvPr id="2667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9" name="Google Shape;2669;p43"/>
          <p:cNvGrpSpPr/>
          <p:nvPr/>
        </p:nvGrpSpPr>
        <p:grpSpPr>
          <a:xfrm>
            <a:off x="4908972" y="3073586"/>
            <a:ext cx="795537" cy="795537"/>
            <a:chOff x="851175" y="1582401"/>
            <a:chExt cx="964872" cy="964872"/>
          </a:xfrm>
        </p:grpSpPr>
        <p:sp>
          <p:nvSpPr>
            <p:cNvPr id="2670" name="Google Shape;2670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2" name="Google Shape;2672;p43"/>
          <p:cNvGrpSpPr/>
          <p:nvPr/>
        </p:nvGrpSpPr>
        <p:grpSpPr>
          <a:xfrm>
            <a:off x="4908972" y="1743274"/>
            <a:ext cx="795537" cy="795537"/>
            <a:chOff x="851175" y="1582401"/>
            <a:chExt cx="964872" cy="964872"/>
          </a:xfrm>
        </p:grpSpPr>
        <p:sp>
          <p:nvSpPr>
            <p:cNvPr id="2673" name="Google Shape;2673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43"/>
          <p:cNvGrpSpPr/>
          <p:nvPr/>
        </p:nvGrpSpPr>
        <p:grpSpPr>
          <a:xfrm>
            <a:off x="1053497" y="1743286"/>
            <a:ext cx="795537" cy="795537"/>
            <a:chOff x="851175" y="1582401"/>
            <a:chExt cx="964872" cy="964872"/>
          </a:xfrm>
        </p:grpSpPr>
        <p:sp>
          <p:nvSpPr>
            <p:cNvPr id="2676" name="Google Shape;2676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679" name="Google Shape;2679;p43"/>
          <p:cNvSpPr txBox="1">
            <a:spLocks noGrp="1"/>
          </p:cNvSpPr>
          <p:nvPr>
            <p:ph type="subTitle" idx="1"/>
          </p:nvPr>
        </p:nvSpPr>
        <p:spPr>
          <a:xfrm>
            <a:off x="1975599" y="3423975"/>
            <a:ext cx="2724869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Overview, Threads, Cache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Worker</a:t>
            </a:r>
            <a:r>
              <a:rPr lang="de-DE" dirty="0"/>
              <a:t> </a:t>
            </a:r>
            <a:r>
              <a:rPr lang="de-DE" dirty="0" err="1"/>
              <a:t>Logic</a:t>
            </a:r>
            <a:endParaRPr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/>
              <a:t>TECHNOLOGY</a:t>
            </a:r>
            <a:endParaRPr dirty="0"/>
          </a:p>
        </p:txBody>
      </p:sp>
      <p:sp>
        <p:nvSpPr>
          <p:cNvPr id="2681" name="Google Shape;2681;p43"/>
          <p:cNvSpPr txBox="1">
            <a:spLocks noGrp="1"/>
          </p:cNvSpPr>
          <p:nvPr>
            <p:ph type="title" idx="3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682" name="Google Shape;2682;p43"/>
          <p:cNvSpPr txBox="1">
            <a:spLocks noGrp="1"/>
          </p:cNvSpPr>
          <p:nvPr>
            <p:ph type="title" idx="4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683" name="Google Shape;2683;p43"/>
          <p:cNvSpPr txBox="1">
            <a:spLocks noGrp="1"/>
          </p:cNvSpPr>
          <p:nvPr>
            <p:ph type="title" idx="5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684" name="Google Shape;2684;p43"/>
          <p:cNvSpPr txBox="1">
            <a:spLocks noGrp="1"/>
          </p:cNvSpPr>
          <p:nvPr>
            <p:ph type="title" idx="6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85" name="Google Shape;2685;p4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the project matters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Cascade Login</a:t>
            </a:r>
            <a:endParaRPr dirty="0"/>
          </a:p>
        </p:txBody>
      </p:sp>
      <p:sp>
        <p:nvSpPr>
          <p:cNvPr id="2686" name="Google Shape;2686;p4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687" name="Google Shape;2687;p4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</a:t>
            </a:r>
            <a:endParaRPr dirty="0"/>
          </a:p>
        </p:txBody>
      </p:sp>
      <p:sp>
        <p:nvSpPr>
          <p:cNvPr id="2688" name="Google Shape;2688;p4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FUTURE WORK</a:t>
            </a:r>
          </a:p>
        </p:txBody>
      </p:sp>
      <p:sp>
        <p:nvSpPr>
          <p:cNvPr id="2689" name="Google Shape;2689;p4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59965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Link,  run &amp; violation summary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?</a:t>
            </a:r>
            <a:endParaRPr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p66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BACKGROUND &amp; MOTIVATION</a:t>
            </a:r>
          </a:p>
        </p:txBody>
      </p:sp>
      <p:sp>
        <p:nvSpPr>
          <p:cNvPr id="3303" name="Google Shape;3303;p66"/>
          <p:cNvSpPr txBox="1">
            <a:spLocks noGrp="1"/>
          </p:cNvSpPr>
          <p:nvPr>
            <p:ph type="subTitle" idx="1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 err="1"/>
              <a:t>worked</a:t>
            </a:r>
            <a:r>
              <a:rPr lang="de-DE" dirty="0"/>
              <a:t> on large-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projects</a:t>
            </a:r>
            <a:endParaRPr dirty="0"/>
          </a:p>
        </p:txBody>
      </p:sp>
      <p:sp>
        <p:nvSpPr>
          <p:cNvPr id="3304" name="Google Shape;3304;p66"/>
          <p:cNvSpPr txBox="1">
            <a:spLocks noGrp="1"/>
          </p:cNvSpPr>
          <p:nvPr>
            <p:ph type="subTitle" idx="2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TEAM</a:t>
            </a:r>
            <a:endParaRPr dirty="0"/>
          </a:p>
        </p:txBody>
      </p:sp>
      <p:sp>
        <p:nvSpPr>
          <p:cNvPr id="3305" name="Google Shape;3305;p66"/>
          <p:cNvSpPr txBox="1">
            <a:spLocks noGrp="1"/>
          </p:cNvSpPr>
          <p:nvPr>
            <p:ph type="subTitle" idx="3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website</a:t>
            </a:r>
            <a:r>
              <a:rPr lang="de-DE" dirty="0"/>
              <a:t> </a:t>
            </a:r>
            <a:r>
              <a:rPr lang="de-DE" dirty="0" err="1"/>
              <a:t>migration</a:t>
            </a:r>
            <a:r>
              <a:rPr lang="de-DE" dirty="0"/>
              <a:t> (~</a:t>
            </a:r>
            <a:r>
              <a:rPr lang="de-DE" dirty="0">
                <a:solidFill>
                  <a:schemeClr val="tx2"/>
                </a:solidFill>
              </a:rPr>
              <a:t>1,600 </a:t>
            </a:r>
            <a:r>
              <a:rPr lang="de-DE" dirty="0" err="1">
                <a:solidFill>
                  <a:schemeClr val="tx2"/>
                </a:solidFill>
              </a:rPr>
              <a:t>pages</a:t>
            </a:r>
            <a:r>
              <a:rPr lang="de-DE" dirty="0"/>
              <a:t>)</a:t>
            </a:r>
            <a:endParaRPr dirty="0"/>
          </a:p>
        </p:txBody>
      </p:sp>
      <p:sp>
        <p:nvSpPr>
          <p:cNvPr id="3306" name="Google Shape;3306;p66"/>
          <p:cNvSpPr txBox="1">
            <a:spLocks noGrp="1"/>
          </p:cNvSpPr>
          <p:nvPr>
            <p:ph type="subTitle" idx="4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MAJOR TASK</a:t>
            </a:r>
            <a:endParaRPr dirty="0"/>
          </a:p>
        </p:txBody>
      </p:sp>
      <p:sp>
        <p:nvSpPr>
          <p:cNvPr id="3307" name="Google Shape;3307;p66"/>
          <p:cNvSpPr txBox="1">
            <a:spLocks noGrp="1"/>
          </p:cNvSpPr>
          <p:nvPr>
            <p:ph type="subTitle" idx="5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tool to automate link checking</a:t>
            </a:r>
            <a:endParaRPr dirty="0"/>
          </a:p>
        </p:txBody>
      </p:sp>
      <p:sp>
        <p:nvSpPr>
          <p:cNvPr id="3308" name="Google Shape;3308;p66"/>
          <p:cNvSpPr txBox="1">
            <a:spLocks noGrp="1"/>
          </p:cNvSpPr>
          <p:nvPr>
            <p:ph type="subTitle" idx="6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IDEA</a:t>
            </a:r>
            <a:endParaRPr dirty="0"/>
          </a:p>
        </p:txBody>
      </p:sp>
      <p:sp>
        <p:nvSpPr>
          <p:cNvPr id="3309" name="Google Shape;3309;p66"/>
          <p:cNvSpPr txBox="1">
            <a:spLocks noGrp="1"/>
          </p:cNvSpPr>
          <p:nvPr>
            <p:ph type="subTitle" idx="7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broken links, missing redirects, outdated content</a:t>
            </a:r>
            <a:endParaRPr dirty="0"/>
          </a:p>
        </p:txBody>
      </p:sp>
      <p:sp>
        <p:nvSpPr>
          <p:cNvPr id="3310" name="Google Shape;3310;p66"/>
          <p:cNvSpPr txBox="1">
            <a:spLocks noGrp="1"/>
          </p:cNvSpPr>
          <p:nvPr>
            <p:ph type="subTitle" idx="8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ISSUES</a:t>
            </a:r>
            <a:endParaRPr dirty="0"/>
          </a:p>
        </p:txBody>
      </p:sp>
      <p:sp>
        <p:nvSpPr>
          <p:cNvPr id="3311" name="Google Shape;3311;p66"/>
          <p:cNvSpPr txBox="1">
            <a:spLocks noGrp="1"/>
          </p:cNvSpPr>
          <p:nvPr>
            <p:ph type="subTitle" idx="9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/>
              <a:t>S</a:t>
            </a:r>
            <a:r>
              <a:rPr lang="en" dirty="0"/>
              <a:t>tartet in </a:t>
            </a:r>
            <a:r>
              <a:rPr lang="de-DE" dirty="0"/>
              <a:t>May in Marketing &amp; Communications</a:t>
            </a:r>
            <a:endParaRPr dirty="0"/>
          </a:p>
        </p:txBody>
      </p:sp>
      <p:sp>
        <p:nvSpPr>
          <p:cNvPr id="3312" name="Google Shape;3312;p66"/>
          <p:cNvSpPr txBox="1">
            <a:spLocks noGrp="1"/>
          </p:cNvSpPr>
          <p:nvPr>
            <p:ph type="subTitle" idx="13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INTERNSHIP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46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WHY THIS PROJECT MATTERS</a:t>
            </a:r>
          </a:p>
        </p:txBody>
      </p:sp>
      <p:sp>
        <p:nvSpPr>
          <p:cNvPr id="2721" name="Google Shape;2721;p46"/>
          <p:cNvSpPr txBox="1">
            <a:spLocks noGrp="1"/>
          </p:cNvSpPr>
          <p:nvPr>
            <p:ph type="body" idx="1"/>
          </p:nvPr>
        </p:nvSpPr>
        <p:spPr>
          <a:xfrm>
            <a:off x="2060284" y="1489209"/>
            <a:ext cx="5023432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/>
              <a:t>Website </a:t>
            </a:r>
            <a:r>
              <a:rPr lang="de-DE" dirty="0" err="1"/>
              <a:t>migration</a:t>
            </a:r>
            <a:r>
              <a:rPr lang="de-DE" dirty="0"/>
              <a:t> </a:t>
            </a:r>
            <a:r>
              <a:rPr lang="de-DE" dirty="0" err="1"/>
              <a:t>revealed</a:t>
            </a:r>
            <a:r>
              <a:rPr lang="de-DE" dirty="0"/>
              <a:t> </a:t>
            </a:r>
            <a:r>
              <a:rPr lang="de-DE" dirty="0" err="1"/>
              <a:t>broken</a:t>
            </a:r>
            <a:r>
              <a:rPr lang="de-DE" dirty="0"/>
              <a:t> links &amp; Cascade </a:t>
            </a:r>
            <a:r>
              <a:rPr lang="de-DE" dirty="0" err="1"/>
              <a:t>login</a:t>
            </a:r>
            <a:r>
              <a:rPr lang="de-DE" dirty="0"/>
              <a:t> links</a:t>
            </a:r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en-US" dirty="0"/>
              <a:t>~1,600 pages → impossible to check manually</a:t>
            </a:r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en-US" dirty="0"/>
              <a:t>Issues often found </a:t>
            </a:r>
            <a:r>
              <a:rPr lang="en-US" dirty="0">
                <a:solidFill>
                  <a:schemeClr val="bg1"/>
                </a:solidFill>
              </a:rPr>
              <a:t>by accident</a:t>
            </a:r>
            <a:endParaRPr lang="en-US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en-US" dirty="0"/>
              <a:t>Departments frequently request help fixing links</a:t>
            </a:r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/>
              <a:t>Time-</a:t>
            </a:r>
            <a:r>
              <a:rPr lang="de-DE" dirty="0" err="1"/>
              <a:t>consuming</a:t>
            </a:r>
            <a:r>
              <a:rPr lang="de-DE" dirty="0"/>
              <a:t> and </a:t>
            </a:r>
            <a:r>
              <a:rPr lang="de-DE" dirty="0" err="1"/>
              <a:t>inefficient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en" dirty="0"/>
              <a:t> </a:t>
            </a:r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/>
              <a:t>My </a:t>
            </a:r>
            <a:r>
              <a:rPr lang="de-DE" dirty="0" err="1"/>
              <a:t>crawler</a:t>
            </a:r>
            <a:r>
              <a:rPr lang="de-DE" dirty="0"/>
              <a:t>:</a:t>
            </a:r>
            <a:endParaRPr dirty="0"/>
          </a:p>
          <a:p>
            <a:pPr lvl="0">
              <a:lnSpc>
                <a:spcPct val="100000"/>
              </a:lnSpc>
              <a:buClr>
                <a:schemeClr val="lt2"/>
              </a:buClr>
            </a:pP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scans</a:t>
            </a:r>
            <a:r>
              <a:rPr lang="de-DE" dirty="0"/>
              <a:t> all </a:t>
            </a:r>
            <a:r>
              <a:rPr lang="de-DE" dirty="0" err="1"/>
              <a:t>pages</a:t>
            </a:r>
            <a:endParaRPr lang="de-DE" dirty="0"/>
          </a:p>
          <a:p>
            <a:pPr lvl="0">
              <a:lnSpc>
                <a:spcPct val="100000"/>
              </a:lnSpc>
              <a:buClr>
                <a:schemeClr val="lt2"/>
              </a:buClr>
            </a:pPr>
            <a:r>
              <a:rPr lang="de-DE" dirty="0" err="1"/>
              <a:t>Detects</a:t>
            </a:r>
            <a:r>
              <a:rPr lang="de-DE" dirty="0"/>
              <a:t> </a:t>
            </a:r>
            <a:r>
              <a:rPr lang="de-DE" dirty="0" err="1"/>
              <a:t>broken</a:t>
            </a:r>
            <a:r>
              <a:rPr lang="de-DE" dirty="0"/>
              <a:t> + Cascade </a:t>
            </a:r>
            <a:r>
              <a:rPr lang="de-DE" dirty="0" err="1"/>
              <a:t>login</a:t>
            </a:r>
            <a:r>
              <a:rPr lang="de-DE" dirty="0"/>
              <a:t> links</a:t>
            </a:r>
          </a:p>
          <a:p>
            <a:pPr lvl="0">
              <a:lnSpc>
                <a:spcPct val="100000"/>
              </a:lnSpc>
              <a:buClr>
                <a:schemeClr val="lt2"/>
              </a:buClr>
            </a:pPr>
            <a:r>
              <a:rPr lang="en-US" dirty="0"/>
              <a:t>Shows exactly where problems appear</a:t>
            </a:r>
          </a:p>
          <a:p>
            <a:pPr lvl="0">
              <a:lnSpc>
                <a:spcPct val="100000"/>
              </a:lnSpc>
              <a:buClr>
                <a:schemeClr val="lt2"/>
              </a:buClr>
            </a:pPr>
            <a:r>
              <a:rPr lang="en-US" dirty="0"/>
              <a:t>Provides clear reports for fast fixes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7" name="Google Shape;3397;p71"/>
          <p:cNvGrpSpPr/>
          <p:nvPr/>
        </p:nvGrpSpPr>
        <p:grpSpPr>
          <a:xfrm>
            <a:off x="693738" y="1200863"/>
            <a:ext cx="3413413" cy="2741650"/>
            <a:chOff x="983688" y="1200863"/>
            <a:chExt cx="3413413" cy="2741650"/>
          </a:xfrm>
        </p:grpSpPr>
        <p:sp>
          <p:nvSpPr>
            <p:cNvPr id="3398" name="Google Shape;3398;p71"/>
            <p:cNvSpPr/>
            <p:nvPr/>
          </p:nvSpPr>
          <p:spPr>
            <a:xfrm>
              <a:off x="983688" y="1200988"/>
              <a:ext cx="3413400" cy="23469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71"/>
            <p:cNvSpPr/>
            <p:nvPr/>
          </p:nvSpPr>
          <p:spPr>
            <a:xfrm>
              <a:off x="983700" y="1200863"/>
              <a:ext cx="3413400" cy="23469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71"/>
            <p:cNvSpPr/>
            <p:nvPr/>
          </p:nvSpPr>
          <p:spPr>
            <a:xfrm>
              <a:off x="1429338" y="3737913"/>
              <a:ext cx="2522100" cy="2046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1" name="Google Shape;3401;p71"/>
            <p:cNvCxnSpPr/>
            <p:nvPr/>
          </p:nvCxnSpPr>
          <p:spPr>
            <a:xfrm>
              <a:off x="247910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cxnSp>
          <p:nvCxnSpPr>
            <p:cNvPr id="3402" name="Google Shape;3402;p71"/>
            <p:cNvCxnSpPr/>
            <p:nvPr/>
          </p:nvCxnSpPr>
          <p:spPr>
            <a:xfrm>
              <a:off x="284005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sp>
          <p:nvSpPr>
            <p:cNvPr id="3403" name="Google Shape;3403;p71"/>
            <p:cNvSpPr/>
            <p:nvPr/>
          </p:nvSpPr>
          <p:spPr>
            <a:xfrm>
              <a:off x="1429338" y="3737913"/>
              <a:ext cx="2522100" cy="2046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4" name="Google Shape;3404;p71"/>
            <p:cNvCxnSpPr/>
            <p:nvPr/>
          </p:nvCxnSpPr>
          <p:spPr>
            <a:xfrm>
              <a:off x="247910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cxnSp>
          <p:nvCxnSpPr>
            <p:cNvPr id="3405" name="Google Shape;3405;p71"/>
            <p:cNvCxnSpPr/>
            <p:nvPr/>
          </p:nvCxnSpPr>
          <p:spPr>
            <a:xfrm>
              <a:off x="284005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grpSp>
          <p:nvGrpSpPr>
            <p:cNvPr id="3406" name="Google Shape;3406;p71"/>
            <p:cNvGrpSpPr/>
            <p:nvPr/>
          </p:nvGrpSpPr>
          <p:grpSpPr>
            <a:xfrm>
              <a:off x="2604598" y="3244648"/>
              <a:ext cx="171554" cy="171554"/>
              <a:chOff x="851175" y="1582401"/>
              <a:chExt cx="964872" cy="964872"/>
            </a:xfrm>
          </p:grpSpPr>
          <p:sp>
            <p:nvSpPr>
              <p:cNvPr id="3407" name="Google Shape;3407;p71"/>
              <p:cNvSpPr/>
              <p:nvPr/>
            </p:nvSpPr>
            <p:spPr>
              <a:xfrm>
                <a:off x="851175" y="1582401"/>
                <a:ext cx="964872" cy="964872"/>
              </a:xfrm>
              <a:custGeom>
                <a:avLst/>
                <a:gdLst/>
                <a:ahLst/>
                <a:cxnLst/>
                <a:rect l="l" t="t" r="r" b="b"/>
                <a:pathLst>
                  <a:path w="18493" h="18493" extrusionOk="0">
                    <a:moveTo>
                      <a:pt x="3381" y="1"/>
                    </a:moveTo>
                    <a:lnTo>
                      <a:pt x="0" y="3382"/>
                    </a:lnTo>
                    <a:lnTo>
                      <a:pt x="0" y="15845"/>
                    </a:lnTo>
                    <a:lnTo>
                      <a:pt x="469" y="15845"/>
                    </a:lnTo>
                    <a:lnTo>
                      <a:pt x="469" y="17291"/>
                    </a:lnTo>
                    <a:lnTo>
                      <a:pt x="0" y="17291"/>
                    </a:lnTo>
                    <a:lnTo>
                      <a:pt x="0" y="18493"/>
                    </a:lnTo>
                    <a:lnTo>
                      <a:pt x="15967" y="18493"/>
                    </a:lnTo>
                    <a:lnTo>
                      <a:pt x="18492" y="15988"/>
                    </a:lnTo>
                    <a:lnTo>
                      <a:pt x="18492" y="12383"/>
                    </a:lnTo>
                    <a:lnTo>
                      <a:pt x="17942" y="12383"/>
                    </a:lnTo>
                    <a:lnTo>
                      <a:pt x="17942" y="10937"/>
                    </a:lnTo>
                    <a:lnTo>
                      <a:pt x="18492" y="10937"/>
                    </a:lnTo>
                    <a:lnTo>
                      <a:pt x="18492" y="9980"/>
                    </a:lnTo>
                    <a:lnTo>
                      <a:pt x="17942" y="9980"/>
                    </a:lnTo>
                    <a:lnTo>
                      <a:pt x="17942" y="8534"/>
                    </a:lnTo>
                    <a:lnTo>
                      <a:pt x="18492" y="8534"/>
                    </a:lnTo>
                    <a:lnTo>
                      <a:pt x="18492" y="7495"/>
                    </a:lnTo>
                    <a:lnTo>
                      <a:pt x="17392" y="7495"/>
                    </a:lnTo>
                    <a:lnTo>
                      <a:pt x="17392" y="3667"/>
                    </a:lnTo>
                    <a:lnTo>
                      <a:pt x="18492" y="3667"/>
                    </a:lnTo>
                    <a:lnTo>
                      <a:pt x="18492" y="1"/>
                    </a:lnTo>
                    <a:lnTo>
                      <a:pt x="10570" y="1"/>
                    </a:lnTo>
                    <a:lnTo>
                      <a:pt x="10570" y="917"/>
                    </a:lnTo>
                    <a:lnTo>
                      <a:pt x="8146" y="917"/>
                    </a:lnTo>
                    <a:lnTo>
                      <a:pt x="81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71438" algn="bl" rotWithShape="0">
                  <a:schemeClr val="lt2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71"/>
              <p:cNvSpPr/>
              <p:nvPr/>
            </p:nvSpPr>
            <p:spPr>
              <a:xfrm>
                <a:off x="851175" y="1582401"/>
                <a:ext cx="964872" cy="964872"/>
              </a:xfrm>
              <a:custGeom>
                <a:avLst/>
                <a:gdLst/>
                <a:ahLst/>
                <a:cxnLst/>
                <a:rect l="l" t="t" r="r" b="b"/>
                <a:pathLst>
                  <a:path w="18493" h="18493" extrusionOk="0">
                    <a:moveTo>
                      <a:pt x="3381" y="1"/>
                    </a:moveTo>
                    <a:lnTo>
                      <a:pt x="0" y="3382"/>
                    </a:lnTo>
                    <a:lnTo>
                      <a:pt x="0" y="15845"/>
                    </a:lnTo>
                    <a:lnTo>
                      <a:pt x="469" y="15845"/>
                    </a:lnTo>
                    <a:lnTo>
                      <a:pt x="469" y="17291"/>
                    </a:lnTo>
                    <a:lnTo>
                      <a:pt x="0" y="17291"/>
                    </a:lnTo>
                    <a:lnTo>
                      <a:pt x="0" y="18493"/>
                    </a:lnTo>
                    <a:lnTo>
                      <a:pt x="15967" y="18493"/>
                    </a:lnTo>
                    <a:lnTo>
                      <a:pt x="18492" y="15988"/>
                    </a:lnTo>
                    <a:lnTo>
                      <a:pt x="18492" y="12383"/>
                    </a:lnTo>
                    <a:lnTo>
                      <a:pt x="17942" y="12383"/>
                    </a:lnTo>
                    <a:lnTo>
                      <a:pt x="17942" y="10937"/>
                    </a:lnTo>
                    <a:lnTo>
                      <a:pt x="18492" y="10937"/>
                    </a:lnTo>
                    <a:lnTo>
                      <a:pt x="18492" y="9980"/>
                    </a:lnTo>
                    <a:lnTo>
                      <a:pt x="17942" y="9980"/>
                    </a:lnTo>
                    <a:lnTo>
                      <a:pt x="17942" y="8534"/>
                    </a:lnTo>
                    <a:lnTo>
                      <a:pt x="18492" y="8534"/>
                    </a:lnTo>
                    <a:lnTo>
                      <a:pt x="18492" y="7495"/>
                    </a:lnTo>
                    <a:lnTo>
                      <a:pt x="17392" y="7495"/>
                    </a:lnTo>
                    <a:lnTo>
                      <a:pt x="17392" y="3667"/>
                    </a:lnTo>
                    <a:lnTo>
                      <a:pt x="18492" y="3667"/>
                    </a:lnTo>
                    <a:lnTo>
                      <a:pt x="18492" y="1"/>
                    </a:lnTo>
                    <a:lnTo>
                      <a:pt x="10570" y="1"/>
                    </a:lnTo>
                    <a:lnTo>
                      <a:pt x="10570" y="917"/>
                    </a:lnTo>
                    <a:lnTo>
                      <a:pt x="8146" y="917"/>
                    </a:lnTo>
                    <a:lnTo>
                      <a:pt x="81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71438" algn="bl" rotWithShape="0">
                  <a:schemeClr val="lt2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09" name="Google Shape;3409;p71"/>
          <p:cNvSpPr txBox="1">
            <a:spLocks noGrp="1"/>
          </p:cNvSpPr>
          <p:nvPr>
            <p:ph type="title"/>
          </p:nvPr>
        </p:nvSpPr>
        <p:spPr>
          <a:xfrm>
            <a:off x="4818075" y="597962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CASCADE LOGIN LINK</a:t>
            </a:r>
          </a:p>
        </p:txBody>
      </p:sp>
      <p:pic>
        <p:nvPicPr>
          <p:cNvPr id="3410" name="Google Shape;3410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563" y="1396888"/>
            <a:ext cx="3021749" cy="169972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</p:pic>
      <p:sp>
        <p:nvSpPr>
          <p:cNvPr id="3411" name="Google Shape;3411;p71"/>
          <p:cNvSpPr txBox="1">
            <a:spLocks noGrp="1"/>
          </p:cNvSpPr>
          <p:nvPr>
            <p:ph type="subTitle" idx="1"/>
          </p:nvPr>
        </p:nvSpPr>
        <p:spPr>
          <a:xfrm>
            <a:off x="4818075" y="1845249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Some public pages accidentally link to internal admin login pages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These pages should only be visible to the Web Team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For users, seeing this link = broken / incorrect link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My crawler detects these links the same way as broken links</a:t>
            </a:r>
            <a:endParaRPr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DDFBEB5-427D-4816-BB42-FE015DFCE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51" y="1396888"/>
            <a:ext cx="3021761" cy="1716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8">
          <a:extLst>
            <a:ext uri="{FF2B5EF4-FFF2-40B4-BE49-F238E27FC236}">
              <a16:creationId xmlns:a16="http://schemas.microsoft.com/office/drawing/2014/main" id="{1A03998F-00C7-2269-A9B9-3E375E93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C2E4309-EDB6-DB96-33EC-CED29989D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17"/>
          <a:stretch>
            <a:fillRect/>
          </a:stretch>
        </p:blipFill>
        <p:spPr>
          <a:xfrm>
            <a:off x="1112987" y="835317"/>
            <a:ext cx="6918025" cy="386628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D89B48F-5873-2C0F-0F5E-4F852F2944AF}"/>
              </a:ext>
            </a:extLst>
          </p:cNvPr>
          <p:cNvSpPr txBox="1"/>
          <p:nvPr/>
        </p:nvSpPr>
        <p:spPr>
          <a:xfrm>
            <a:off x="3795985" y="288000"/>
            <a:ext cx="1552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LINK SUMMARY</a:t>
            </a:r>
          </a:p>
        </p:txBody>
      </p:sp>
    </p:spTree>
    <p:extLst>
      <p:ext uri="{BB962C8B-B14F-4D97-AF65-F5344CB8AC3E}">
        <p14:creationId xmlns:p14="http://schemas.microsoft.com/office/powerpoint/2010/main" val="367697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8">
          <a:extLst>
            <a:ext uri="{FF2B5EF4-FFF2-40B4-BE49-F238E27FC236}">
              <a16:creationId xmlns:a16="http://schemas.microsoft.com/office/drawing/2014/main" id="{D4B71A6D-8312-9026-C4AA-DA13601D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A6C9585D-685B-BD68-EBF7-6212BF07508C}"/>
              </a:ext>
            </a:extLst>
          </p:cNvPr>
          <p:cNvSpPr txBox="1"/>
          <p:nvPr/>
        </p:nvSpPr>
        <p:spPr>
          <a:xfrm>
            <a:off x="3795985" y="288000"/>
            <a:ext cx="15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RUN SUMMARY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F4C9C6D-BA63-864F-844B-AFD71BE7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8" y="1437170"/>
            <a:ext cx="7926082" cy="23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17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8">
          <a:extLst>
            <a:ext uri="{FF2B5EF4-FFF2-40B4-BE49-F238E27FC236}">
              <a16:creationId xmlns:a16="http://schemas.microsoft.com/office/drawing/2014/main" id="{EBBDA827-58AF-A92E-7244-D84BA3F3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769BBD38-8809-D1C6-251B-CF2CBECF99EA}"/>
              </a:ext>
            </a:extLst>
          </p:cNvPr>
          <p:cNvSpPr txBox="1"/>
          <p:nvPr/>
        </p:nvSpPr>
        <p:spPr>
          <a:xfrm>
            <a:off x="3795985" y="288000"/>
            <a:ext cx="2109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VIOLATION SUMMARY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5E26C5-7276-7D76-4B1B-F96DA9581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10" y="687549"/>
            <a:ext cx="7957690" cy="424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3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47"/>
          <p:cNvGrpSpPr/>
          <p:nvPr/>
        </p:nvGrpSpPr>
        <p:grpSpPr>
          <a:xfrm>
            <a:off x="2687660" y="1616331"/>
            <a:ext cx="795537" cy="795537"/>
            <a:chOff x="851175" y="1582401"/>
            <a:chExt cx="964872" cy="964872"/>
          </a:xfrm>
        </p:grpSpPr>
        <p:sp>
          <p:nvSpPr>
            <p:cNvPr id="2727" name="Google Shape;2727;p47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47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9" name="Google Shape;2729;p47"/>
          <p:cNvGrpSpPr/>
          <p:nvPr/>
        </p:nvGrpSpPr>
        <p:grpSpPr>
          <a:xfrm>
            <a:off x="5660810" y="1616331"/>
            <a:ext cx="795537" cy="795537"/>
            <a:chOff x="851175" y="1582401"/>
            <a:chExt cx="964872" cy="964872"/>
          </a:xfrm>
        </p:grpSpPr>
        <p:sp>
          <p:nvSpPr>
            <p:cNvPr id="2730" name="Google Shape;2730;p47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47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2" name="Google Shape;2732;p47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SYSTEM OVERVIEW</a:t>
            </a:r>
          </a:p>
        </p:txBody>
      </p:sp>
      <p:sp>
        <p:nvSpPr>
          <p:cNvPr id="2733" name="Google Shape;2733;p47"/>
          <p:cNvSpPr txBox="1">
            <a:spLocks noGrp="1"/>
          </p:cNvSpPr>
          <p:nvPr>
            <p:ph type="subTitle" idx="1"/>
          </p:nvPr>
        </p:nvSpPr>
        <p:spPr>
          <a:xfrm>
            <a:off x="1928175" y="310931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Scheduler: </a:t>
            </a:r>
            <a:r>
              <a:rPr lang="de-DE" dirty="0" err="1"/>
              <a:t>loads</a:t>
            </a:r>
            <a:r>
              <a:rPr lang="de-DE" dirty="0"/>
              <a:t> </a:t>
            </a:r>
            <a:r>
              <a:rPr lang="de-DE" dirty="0" err="1"/>
              <a:t>sitemap</a:t>
            </a:r>
            <a:r>
              <a:rPr lang="de-DE" dirty="0"/>
              <a:t> &amp; </a:t>
            </a:r>
            <a:r>
              <a:rPr lang="de-DE" dirty="0" err="1"/>
              <a:t>queues</a:t>
            </a:r>
            <a:r>
              <a:rPr lang="de-DE" dirty="0"/>
              <a:t> URLs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Worker</a:t>
            </a:r>
            <a:r>
              <a:rPr lang="de-DE" dirty="0"/>
              <a:t> Threads: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pages</a:t>
            </a:r>
            <a:r>
              <a:rPr lang="de-DE" dirty="0"/>
              <a:t> in parallel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Cache Layer: </a:t>
            </a:r>
            <a:r>
              <a:rPr lang="de-DE" dirty="0" err="1"/>
              <a:t>avoids</a:t>
            </a:r>
            <a:r>
              <a:rPr lang="de-DE" dirty="0"/>
              <a:t> </a:t>
            </a:r>
            <a:r>
              <a:rPr lang="de-DE" dirty="0" err="1"/>
              <a:t>repeated</a:t>
            </a:r>
            <a:r>
              <a:rPr lang="de-DE" dirty="0"/>
              <a:t> HTTP </a:t>
            </a:r>
            <a:r>
              <a:rPr lang="de-DE" dirty="0" err="1"/>
              <a:t>requests</a:t>
            </a:r>
            <a:endParaRPr dirty="0"/>
          </a:p>
        </p:txBody>
      </p:sp>
      <p:sp>
        <p:nvSpPr>
          <p:cNvPr id="2734" name="Google Shape;2734;p47"/>
          <p:cNvSpPr txBox="1">
            <a:spLocks noGrp="1"/>
          </p:cNvSpPr>
          <p:nvPr>
            <p:ph type="subTitle" idx="2"/>
          </p:nvPr>
        </p:nvSpPr>
        <p:spPr>
          <a:xfrm>
            <a:off x="1928175" y="265187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/>
              <a:t>3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components</a:t>
            </a:r>
            <a:endParaRPr dirty="0"/>
          </a:p>
        </p:txBody>
      </p:sp>
      <p:sp>
        <p:nvSpPr>
          <p:cNvPr id="2735" name="Google Shape;2735;p47"/>
          <p:cNvSpPr txBox="1">
            <a:spLocks noGrp="1"/>
          </p:cNvSpPr>
          <p:nvPr>
            <p:ph type="subTitle" idx="3"/>
          </p:nvPr>
        </p:nvSpPr>
        <p:spPr>
          <a:xfrm>
            <a:off x="4901325" y="310931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Choose FIFO or Priority mode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Enable/disable cache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Easy for the web team to adjust</a:t>
            </a:r>
            <a:endParaRPr dirty="0"/>
          </a:p>
        </p:txBody>
      </p:sp>
      <p:sp>
        <p:nvSpPr>
          <p:cNvPr id="2736" name="Google Shape;2736;p47"/>
          <p:cNvSpPr txBox="1">
            <a:spLocks noGrp="1"/>
          </p:cNvSpPr>
          <p:nvPr>
            <p:ph type="subTitle" idx="4"/>
          </p:nvPr>
        </p:nvSpPr>
        <p:spPr>
          <a:xfrm>
            <a:off x="4901325" y="265187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 err="1"/>
              <a:t>Config</a:t>
            </a:r>
            <a:r>
              <a:rPr lang="de-DE" dirty="0"/>
              <a:t> via YAML</a:t>
            </a:r>
            <a:endParaRPr dirty="0"/>
          </a:p>
        </p:txBody>
      </p:sp>
      <p:grpSp>
        <p:nvGrpSpPr>
          <p:cNvPr id="2737" name="Google Shape;2737;p47"/>
          <p:cNvGrpSpPr/>
          <p:nvPr/>
        </p:nvGrpSpPr>
        <p:grpSpPr>
          <a:xfrm>
            <a:off x="2861398" y="1843943"/>
            <a:ext cx="448061" cy="340315"/>
            <a:chOff x="1164350" y="-1483000"/>
            <a:chExt cx="660175" cy="503275"/>
          </a:xfrm>
        </p:grpSpPr>
        <p:sp>
          <p:nvSpPr>
            <p:cNvPr id="2738" name="Google Shape;2738;p47"/>
            <p:cNvSpPr/>
            <p:nvPr/>
          </p:nvSpPr>
          <p:spPr>
            <a:xfrm>
              <a:off x="1397675" y="-1324450"/>
              <a:ext cx="39050" cy="79700"/>
            </a:xfrm>
            <a:custGeom>
              <a:avLst/>
              <a:gdLst/>
              <a:ahLst/>
              <a:cxnLst/>
              <a:rect l="l" t="t" r="r" b="b"/>
              <a:pathLst>
                <a:path w="1562" h="3188" extrusionOk="0">
                  <a:moveTo>
                    <a:pt x="0" y="0"/>
                  </a:moveTo>
                  <a:lnTo>
                    <a:pt x="0" y="1854"/>
                  </a:lnTo>
                  <a:lnTo>
                    <a:pt x="1301" y="3187"/>
                  </a:lnTo>
                  <a:cubicBezTo>
                    <a:pt x="1464" y="2862"/>
                    <a:pt x="1561" y="2537"/>
                    <a:pt x="1561" y="2179"/>
                  </a:cubicBezTo>
                  <a:cubicBezTo>
                    <a:pt x="1561" y="1171"/>
                    <a:pt x="911" y="32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47"/>
            <p:cNvSpPr/>
            <p:nvPr/>
          </p:nvSpPr>
          <p:spPr>
            <a:xfrm>
              <a:off x="1320425" y="-1324450"/>
              <a:ext cx="82950" cy="113025"/>
            </a:xfrm>
            <a:custGeom>
              <a:avLst/>
              <a:gdLst/>
              <a:ahLst/>
              <a:cxnLst/>
              <a:rect l="l" t="t" r="r" b="b"/>
              <a:pathLst>
                <a:path w="3318" h="4521" extrusionOk="0">
                  <a:moveTo>
                    <a:pt x="1529" y="0"/>
                  </a:moveTo>
                  <a:cubicBezTo>
                    <a:pt x="651" y="325"/>
                    <a:pt x="1" y="1171"/>
                    <a:pt x="1" y="2179"/>
                  </a:cubicBezTo>
                  <a:cubicBezTo>
                    <a:pt x="1" y="3480"/>
                    <a:pt x="1041" y="4520"/>
                    <a:pt x="2310" y="4520"/>
                  </a:cubicBezTo>
                  <a:cubicBezTo>
                    <a:pt x="2667" y="4520"/>
                    <a:pt x="2993" y="4423"/>
                    <a:pt x="3318" y="4260"/>
                  </a:cubicBezTo>
                  <a:lnTo>
                    <a:pt x="1529" y="2504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7"/>
            <p:cNvSpPr/>
            <p:nvPr/>
          </p:nvSpPr>
          <p:spPr>
            <a:xfrm>
              <a:off x="1203375" y="-1483000"/>
              <a:ext cx="582125" cy="387025"/>
            </a:xfrm>
            <a:custGeom>
              <a:avLst/>
              <a:gdLst/>
              <a:ahLst/>
              <a:cxnLst/>
              <a:rect l="l" t="t" r="r" b="b"/>
              <a:pathLst>
                <a:path w="23285" h="15481" extrusionOk="0">
                  <a:moveTo>
                    <a:pt x="6992" y="4651"/>
                  </a:moveTo>
                  <a:cubicBezTo>
                    <a:pt x="9138" y="4651"/>
                    <a:pt x="10862" y="6375"/>
                    <a:pt x="10862" y="8521"/>
                  </a:cubicBezTo>
                  <a:cubicBezTo>
                    <a:pt x="10862" y="10667"/>
                    <a:pt x="9138" y="12391"/>
                    <a:pt x="6992" y="12391"/>
                  </a:cubicBezTo>
                  <a:cubicBezTo>
                    <a:pt x="4878" y="12391"/>
                    <a:pt x="3122" y="10667"/>
                    <a:pt x="3122" y="8521"/>
                  </a:cubicBezTo>
                  <a:cubicBezTo>
                    <a:pt x="3122" y="6375"/>
                    <a:pt x="4878" y="4651"/>
                    <a:pt x="6992" y="4651"/>
                  </a:cubicBezTo>
                  <a:close/>
                  <a:moveTo>
                    <a:pt x="13951" y="9302"/>
                  </a:moveTo>
                  <a:lnTo>
                    <a:pt x="13951" y="12391"/>
                  </a:lnTo>
                  <a:lnTo>
                    <a:pt x="12423" y="12391"/>
                  </a:lnTo>
                  <a:lnTo>
                    <a:pt x="12423" y="9302"/>
                  </a:lnTo>
                  <a:close/>
                  <a:moveTo>
                    <a:pt x="17073" y="6212"/>
                  </a:moveTo>
                  <a:lnTo>
                    <a:pt x="17073" y="12391"/>
                  </a:lnTo>
                  <a:lnTo>
                    <a:pt x="15512" y="12391"/>
                  </a:lnTo>
                  <a:lnTo>
                    <a:pt x="15512" y="6212"/>
                  </a:lnTo>
                  <a:close/>
                  <a:moveTo>
                    <a:pt x="20162" y="4651"/>
                  </a:moveTo>
                  <a:lnTo>
                    <a:pt x="20162" y="12391"/>
                  </a:lnTo>
                  <a:lnTo>
                    <a:pt x="18601" y="12391"/>
                  </a:lnTo>
                  <a:lnTo>
                    <a:pt x="18601" y="4651"/>
                  </a:lnTo>
                  <a:close/>
                  <a:moveTo>
                    <a:pt x="0" y="1"/>
                  </a:moveTo>
                  <a:lnTo>
                    <a:pt x="0" y="15480"/>
                  </a:lnTo>
                  <a:lnTo>
                    <a:pt x="23284" y="15480"/>
                  </a:lnTo>
                  <a:lnTo>
                    <a:pt x="232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7"/>
            <p:cNvSpPr/>
            <p:nvPr/>
          </p:nvSpPr>
          <p:spPr>
            <a:xfrm>
              <a:off x="1164350" y="-1056975"/>
              <a:ext cx="660175" cy="77250"/>
            </a:xfrm>
            <a:custGeom>
              <a:avLst/>
              <a:gdLst/>
              <a:ahLst/>
              <a:cxnLst/>
              <a:rect l="l" t="t" r="r" b="b"/>
              <a:pathLst>
                <a:path w="26407" h="3090" extrusionOk="0">
                  <a:moveTo>
                    <a:pt x="0" y="0"/>
                  </a:moveTo>
                  <a:lnTo>
                    <a:pt x="0" y="781"/>
                  </a:lnTo>
                  <a:cubicBezTo>
                    <a:pt x="0" y="2049"/>
                    <a:pt x="1041" y="3090"/>
                    <a:pt x="2309" y="3090"/>
                  </a:cubicBezTo>
                  <a:lnTo>
                    <a:pt x="24097" y="3090"/>
                  </a:lnTo>
                  <a:cubicBezTo>
                    <a:pt x="25365" y="3090"/>
                    <a:pt x="26406" y="2049"/>
                    <a:pt x="26406" y="781"/>
                  </a:cubicBezTo>
                  <a:lnTo>
                    <a:pt x="264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2" name="Google Shape;2742;p47"/>
          <p:cNvGrpSpPr/>
          <p:nvPr/>
        </p:nvGrpSpPr>
        <p:grpSpPr>
          <a:xfrm>
            <a:off x="5879925" y="1790081"/>
            <a:ext cx="357305" cy="448038"/>
            <a:chOff x="1950500" y="-1481350"/>
            <a:chExt cx="428475" cy="539025"/>
          </a:xfrm>
        </p:grpSpPr>
        <p:sp>
          <p:nvSpPr>
            <p:cNvPr id="2743" name="Google Shape;2743;p47"/>
            <p:cNvSpPr/>
            <p:nvPr/>
          </p:nvSpPr>
          <p:spPr>
            <a:xfrm>
              <a:off x="2282200" y="-1481350"/>
              <a:ext cx="96775" cy="96750"/>
            </a:xfrm>
            <a:custGeom>
              <a:avLst/>
              <a:gdLst/>
              <a:ahLst/>
              <a:cxnLst/>
              <a:rect l="l" t="t" r="r" b="b"/>
              <a:pathLst>
                <a:path w="3871" h="3870" extrusionOk="0">
                  <a:moveTo>
                    <a:pt x="1" y="0"/>
                  </a:moveTo>
                  <a:lnTo>
                    <a:pt x="1" y="3870"/>
                  </a:lnTo>
                  <a:lnTo>
                    <a:pt x="3870" y="3870"/>
                  </a:lnTo>
                  <a:lnTo>
                    <a:pt x="3870" y="380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7"/>
            <p:cNvSpPr/>
            <p:nvPr/>
          </p:nvSpPr>
          <p:spPr>
            <a:xfrm>
              <a:off x="1950500" y="-1481350"/>
              <a:ext cx="427650" cy="539025"/>
            </a:xfrm>
            <a:custGeom>
              <a:avLst/>
              <a:gdLst/>
              <a:ahLst/>
              <a:cxnLst/>
              <a:rect l="l" t="t" r="r" b="b"/>
              <a:pathLst>
                <a:path w="17106" h="21561" extrusionOk="0">
                  <a:moveTo>
                    <a:pt x="5529" y="9171"/>
                  </a:moveTo>
                  <a:lnTo>
                    <a:pt x="6700" y="10341"/>
                  </a:lnTo>
                  <a:lnTo>
                    <a:pt x="5301" y="11740"/>
                  </a:lnTo>
                  <a:lnTo>
                    <a:pt x="6700" y="13170"/>
                  </a:lnTo>
                  <a:lnTo>
                    <a:pt x="5529" y="14341"/>
                  </a:lnTo>
                  <a:lnTo>
                    <a:pt x="2960" y="11772"/>
                  </a:lnTo>
                  <a:lnTo>
                    <a:pt x="5529" y="9171"/>
                  </a:lnTo>
                  <a:close/>
                  <a:moveTo>
                    <a:pt x="11578" y="9203"/>
                  </a:moveTo>
                  <a:lnTo>
                    <a:pt x="14147" y="11772"/>
                  </a:lnTo>
                  <a:lnTo>
                    <a:pt x="11578" y="14341"/>
                  </a:lnTo>
                  <a:lnTo>
                    <a:pt x="10407" y="13170"/>
                  </a:lnTo>
                  <a:lnTo>
                    <a:pt x="11805" y="11772"/>
                  </a:lnTo>
                  <a:lnTo>
                    <a:pt x="10407" y="10374"/>
                  </a:lnTo>
                  <a:lnTo>
                    <a:pt x="11578" y="9203"/>
                  </a:lnTo>
                  <a:close/>
                  <a:moveTo>
                    <a:pt x="10212" y="8000"/>
                  </a:moveTo>
                  <a:lnTo>
                    <a:pt x="8618" y="15512"/>
                  </a:lnTo>
                  <a:lnTo>
                    <a:pt x="6927" y="15512"/>
                  </a:lnTo>
                  <a:lnTo>
                    <a:pt x="8488" y="8000"/>
                  </a:lnTo>
                  <a:close/>
                  <a:moveTo>
                    <a:pt x="1" y="0"/>
                  </a:moveTo>
                  <a:lnTo>
                    <a:pt x="1" y="21560"/>
                  </a:lnTo>
                  <a:lnTo>
                    <a:pt x="17106" y="21560"/>
                  </a:lnTo>
                  <a:lnTo>
                    <a:pt x="17106" y="5528"/>
                  </a:lnTo>
                  <a:lnTo>
                    <a:pt x="11610" y="5528"/>
                  </a:lnTo>
                  <a:lnTo>
                    <a:pt x="11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6">
          <a:extLst>
            <a:ext uri="{FF2B5EF4-FFF2-40B4-BE49-F238E27FC236}">
              <a16:creationId xmlns:a16="http://schemas.microsoft.com/office/drawing/2014/main" id="{94146AFC-495D-CD89-239B-9DFE4716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7" name="Google Shape;3397;p71">
            <a:extLst>
              <a:ext uri="{FF2B5EF4-FFF2-40B4-BE49-F238E27FC236}">
                <a16:creationId xmlns:a16="http://schemas.microsoft.com/office/drawing/2014/main" id="{D89D4DEB-BA94-5411-A680-7BFF6F37EB46}"/>
              </a:ext>
            </a:extLst>
          </p:cNvPr>
          <p:cNvGrpSpPr/>
          <p:nvPr/>
        </p:nvGrpSpPr>
        <p:grpSpPr>
          <a:xfrm>
            <a:off x="693738" y="1200863"/>
            <a:ext cx="3413413" cy="2741650"/>
            <a:chOff x="983688" y="1200863"/>
            <a:chExt cx="3413413" cy="2741650"/>
          </a:xfrm>
        </p:grpSpPr>
        <p:sp>
          <p:nvSpPr>
            <p:cNvPr id="3398" name="Google Shape;3398;p71">
              <a:extLst>
                <a:ext uri="{FF2B5EF4-FFF2-40B4-BE49-F238E27FC236}">
                  <a16:creationId xmlns:a16="http://schemas.microsoft.com/office/drawing/2014/main" id="{5C3E638F-44D9-65BC-AA60-342059C09B84}"/>
                </a:ext>
              </a:extLst>
            </p:cNvPr>
            <p:cNvSpPr/>
            <p:nvPr/>
          </p:nvSpPr>
          <p:spPr>
            <a:xfrm>
              <a:off x="983688" y="1200988"/>
              <a:ext cx="3413400" cy="23469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71">
              <a:extLst>
                <a:ext uri="{FF2B5EF4-FFF2-40B4-BE49-F238E27FC236}">
                  <a16:creationId xmlns:a16="http://schemas.microsoft.com/office/drawing/2014/main" id="{88BA11EE-9D45-BB87-96A8-A27F7AEA2E01}"/>
                </a:ext>
              </a:extLst>
            </p:cNvPr>
            <p:cNvSpPr/>
            <p:nvPr/>
          </p:nvSpPr>
          <p:spPr>
            <a:xfrm>
              <a:off x="983700" y="1200863"/>
              <a:ext cx="3413400" cy="23469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71">
              <a:extLst>
                <a:ext uri="{FF2B5EF4-FFF2-40B4-BE49-F238E27FC236}">
                  <a16:creationId xmlns:a16="http://schemas.microsoft.com/office/drawing/2014/main" id="{16C36B28-EDA3-77E2-147E-77920D093CF9}"/>
                </a:ext>
              </a:extLst>
            </p:cNvPr>
            <p:cNvSpPr/>
            <p:nvPr/>
          </p:nvSpPr>
          <p:spPr>
            <a:xfrm>
              <a:off x="1429338" y="3737913"/>
              <a:ext cx="2522100" cy="2046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1" name="Google Shape;3401;p71">
              <a:extLst>
                <a:ext uri="{FF2B5EF4-FFF2-40B4-BE49-F238E27FC236}">
                  <a16:creationId xmlns:a16="http://schemas.microsoft.com/office/drawing/2014/main" id="{813B39D6-4CDB-04B8-B8AF-D6532E7A6599}"/>
                </a:ext>
              </a:extLst>
            </p:cNvPr>
            <p:cNvCxnSpPr/>
            <p:nvPr/>
          </p:nvCxnSpPr>
          <p:spPr>
            <a:xfrm>
              <a:off x="247910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cxnSp>
          <p:nvCxnSpPr>
            <p:cNvPr id="3402" name="Google Shape;3402;p71">
              <a:extLst>
                <a:ext uri="{FF2B5EF4-FFF2-40B4-BE49-F238E27FC236}">
                  <a16:creationId xmlns:a16="http://schemas.microsoft.com/office/drawing/2014/main" id="{6AA6C37D-7A24-7EB9-6AA3-5478CD6180F5}"/>
                </a:ext>
              </a:extLst>
            </p:cNvPr>
            <p:cNvCxnSpPr/>
            <p:nvPr/>
          </p:nvCxnSpPr>
          <p:spPr>
            <a:xfrm>
              <a:off x="284005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sp>
          <p:nvSpPr>
            <p:cNvPr id="3403" name="Google Shape;3403;p71">
              <a:extLst>
                <a:ext uri="{FF2B5EF4-FFF2-40B4-BE49-F238E27FC236}">
                  <a16:creationId xmlns:a16="http://schemas.microsoft.com/office/drawing/2014/main" id="{1A5C5BA8-1422-F198-806B-A58A5A9F10BE}"/>
                </a:ext>
              </a:extLst>
            </p:cNvPr>
            <p:cNvSpPr/>
            <p:nvPr/>
          </p:nvSpPr>
          <p:spPr>
            <a:xfrm>
              <a:off x="1429338" y="3737913"/>
              <a:ext cx="2522100" cy="2046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4" name="Google Shape;3404;p71">
              <a:extLst>
                <a:ext uri="{FF2B5EF4-FFF2-40B4-BE49-F238E27FC236}">
                  <a16:creationId xmlns:a16="http://schemas.microsoft.com/office/drawing/2014/main" id="{040862EC-B627-A28D-4FEF-65B213FBB1C9}"/>
                </a:ext>
              </a:extLst>
            </p:cNvPr>
            <p:cNvCxnSpPr/>
            <p:nvPr/>
          </p:nvCxnSpPr>
          <p:spPr>
            <a:xfrm>
              <a:off x="247910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cxnSp>
          <p:nvCxnSpPr>
            <p:cNvPr id="3405" name="Google Shape;3405;p71">
              <a:extLst>
                <a:ext uri="{FF2B5EF4-FFF2-40B4-BE49-F238E27FC236}">
                  <a16:creationId xmlns:a16="http://schemas.microsoft.com/office/drawing/2014/main" id="{12924F07-2BFB-018A-AF96-2802C5475E58}"/>
                </a:ext>
              </a:extLst>
            </p:cNvPr>
            <p:cNvCxnSpPr/>
            <p:nvPr/>
          </p:nvCxnSpPr>
          <p:spPr>
            <a:xfrm>
              <a:off x="2840050" y="3547888"/>
              <a:ext cx="0" cy="189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grpSp>
          <p:nvGrpSpPr>
            <p:cNvPr id="3406" name="Google Shape;3406;p71">
              <a:extLst>
                <a:ext uri="{FF2B5EF4-FFF2-40B4-BE49-F238E27FC236}">
                  <a16:creationId xmlns:a16="http://schemas.microsoft.com/office/drawing/2014/main" id="{8860E94A-F338-6E1C-D718-E59B71B8C6A6}"/>
                </a:ext>
              </a:extLst>
            </p:cNvPr>
            <p:cNvGrpSpPr/>
            <p:nvPr/>
          </p:nvGrpSpPr>
          <p:grpSpPr>
            <a:xfrm>
              <a:off x="2604598" y="3244648"/>
              <a:ext cx="171554" cy="171554"/>
              <a:chOff x="851175" y="1582401"/>
              <a:chExt cx="964872" cy="964872"/>
            </a:xfrm>
          </p:grpSpPr>
          <p:sp>
            <p:nvSpPr>
              <p:cNvPr id="3407" name="Google Shape;3407;p71">
                <a:extLst>
                  <a:ext uri="{FF2B5EF4-FFF2-40B4-BE49-F238E27FC236}">
                    <a16:creationId xmlns:a16="http://schemas.microsoft.com/office/drawing/2014/main" id="{8BF9437D-D07D-932A-75DC-3C7C7EABA569}"/>
                  </a:ext>
                </a:extLst>
              </p:cNvPr>
              <p:cNvSpPr/>
              <p:nvPr/>
            </p:nvSpPr>
            <p:spPr>
              <a:xfrm>
                <a:off x="851175" y="1582401"/>
                <a:ext cx="964872" cy="964872"/>
              </a:xfrm>
              <a:custGeom>
                <a:avLst/>
                <a:gdLst/>
                <a:ahLst/>
                <a:cxnLst/>
                <a:rect l="l" t="t" r="r" b="b"/>
                <a:pathLst>
                  <a:path w="18493" h="18493" extrusionOk="0">
                    <a:moveTo>
                      <a:pt x="3381" y="1"/>
                    </a:moveTo>
                    <a:lnTo>
                      <a:pt x="0" y="3382"/>
                    </a:lnTo>
                    <a:lnTo>
                      <a:pt x="0" y="15845"/>
                    </a:lnTo>
                    <a:lnTo>
                      <a:pt x="469" y="15845"/>
                    </a:lnTo>
                    <a:lnTo>
                      <a:pt x="469" y="17291"/>
                    </a:lnTo>
                    <a:lnTo>
                      <a:pt x="0" y="17291"/>
                    </a:lnTo>
                    <a:lnTo>
                      <a:pt x="0" y="18493"/>
                    </a:lnTo>
                    <a:lnTo>
                      <a:pt x="15967" y="18493"/>
                    </a:lnTo>
                    <a:lnTo>
                      <a:pt x="18492" y="15988"/>
                    </a:lnTo>
                    <a:lnTo>
                      <a:pt x="18492" y="12383"/>
                    </a:lnTo>
                    <a:lnTo>
                      <a:pt x="17942" y="12383"/>
                    </a:lnTo>
                    <a:lnTo>
                      <a:pt x="17942" y="10937"/>
                    </a:lnTo>
                    <a:lnTo>
                      <a:pt x="18492" y="10937"/>
                    </a:lnTo>
                    <a:lnTo>
                      <a:pt x="18492" y="9980"/>
                    </a:lnTo>
                    <a:lnTo>
                      <a:pt x="17942" y="9980"/>
                    </a:lnTo>
                    <a:lnTo>
                      <a:pt x="17942" y="8534"/>
                    </a:lnTo>
                    <a:lnTo>
                      <a:pt x="18492" y="8534"/>
                    </a:lnTo>
                    <a:lnTo>
                      <a:pt x="18492" y="7495"/>
                    </a:lnTo>
                    <a:lnTo>
                      <a:pt x="17392" y="7495"/>
                    </a:lnTo>
                    <a:lnTo>
                      <a:pt x="17392" y="3667"/>
                    </a:lnTo>
                    <a:lnTo>
                      <a:pt x="18492" y="3667"/>
                    </a:lnTo>
                    <a:lnTo>
                      <a:pt x="18492" y="1"/>
                    </a:lnTo>
                    <a:lnTo>
                      <a:pt x="10570" y="1"/>
                    </a:lnTo>
                    <a:lnTo>
                      <a:pt x="10570" y="917"/>
                    </a:lnTo>
                    <a:lnTo>
                      <a:pt x="8146" y="917"/>
                    </a:lnTo>
                    <a:lnTo>
                      <a:pt x="81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71438" algn="bl" rotWithShape="0">
                  <a:schemeClr val="lt2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71">
                <a:extLst>
                  <a:ext uri="{FF2B5EF4-FFF2-40B4-BE49-F238E27FC236}">
                    <a16:creationId xmlns:a16="http://schemas.microsoft.com/office/drawing/2014/main" id="{03B25224-9574-A5B9-1BF7-EA6D71BDC5AF}"/>
                  </a:ext>
                </a:extLst>
              </p:cNvPr>
              <p:cNvSpPr/>
              <p:nvPr/>
            </p:nvSpPr>
            <p:spPr>
              <a:xfrm>
                <a:off x="851175" y="1582401"/>
                <a:ext cx="964872" cy="964872"/>
              </a:xfrm>
              <a:custGeom>
                <a:avLst/>
                <a:gdLst/>
                <a:ahLst/>
                <a:cxnLst/>
                <a:rect l="l" t="t" r="r" b="b"/>
                <a:pathLst>
                  <a:path w="18493" h="18493" extrusionOk="0">
                    <a:moveTo>
                      <a:pt x="3381" y="1"/>
                    </a:moveTo>
                    <a:lnTo>
                      <a:pt x="0" y="3382"/>
                    </a:lnTo>
                    <a:lnTo>
                      <a:pt x="0" y="15845"/>
                    </a:lnTo>
                    <a:lnTo>
                      <a:pt x="469" y="15845"/>
                    </a:lnTo>
                    <a:lnTo>
                      <a:pt x="469" y="17291"/>
                    </a:lnTo>
                    <a:lnTo>
                      <a:pt x="0" y="17291"/>
                    </a:lnTo>
                    <a:lnTo>
                      <a:pt x="0" y="18493"/>
                    </a:lnTo>
                    <a:lnTo>
                      <a:pt x="15967" y="18493"/>
                    </a:lnTo>
                    <a:lnTo>
                      <a:pt x="18492" y="15988"/>
                    </a:lnTo>
                    <a:lnTo>
                      <a:pt x="18492" y="12383"/>
                    </a:lnTo>
                    <a:lnTo>
                      <a:pt x="17942" y="12383"/>
                    </a:lnTo>
                    <a:lnTo>
                      <a:pt x="17942" y="10937"/>
                    </a:lnTo>
                    <a:lnTo>
                      <a:pt x="18492" y="10937"/>
                    </a:lnTo>
                    <a:lnTo>
                      <a:pt x="18492" y="9980"/>
                    </a:lnTo>
                    <a:lnTo>
                      <a:pt x="17942" y="9980"/>
                    </a:lnTo>
                    <a:lnTo>
                      <a:pt x="17942" y="8534"/>
                    </a:lnTo>
                    <a:lnTo>
                      <a:pt x="18492" y="8534"/>
                    </a:lnTo>
                    <a:lnTo>
                      <a:pt x="18492" y="7495"/>
                    </a:lnTo>
                    <a:lnTo>
                      <a:pt x="17392" y="7495"/>
                    </a:lnTo>
                    <a:lnTo>
                      <a:pt x="17392" y="3667"/>
                    </a:lnTo>
                    <a:lnTo>
                      <a:pt x="18492" y="3667"/>
                    </a:lnTo>
                    <a:lnTo>
                      <a:pt x="18492" y="1"/>
                    </a:lnTo>
                    <a:lnTo>
                      <a:pt x="10570" y="1"/>
                    </a:lnTo>
                    <a:lnTo>
                      <a:pt x="10570" y="917"/>
                    </a:lnTo>
                    <a:lnTo>
                      <a:pt x="8146" y="917"/>
                    </a:lnTo>
                    <a:lnTo>
                      <a:pt x="81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71438" algn="bl" rotWithShape="0">
                  <a:schemeClr val="lt2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09" name="Google Shape;3409;p71">
            <a:extLst>
              <a:ext uri="{FF2B5EF4-FFF2-40B4-BE49-F238E27FC236}">
                <a16:creationId xmlns:a16="http://schemas.microsoft.com/office/drawing/2014/main" id="{05C7F7D8-A2A5-4595-20BD-15FF180CE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8075" y="295682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WHY THREADS?</a:t>
            </a:r>
          </a:p>
        </p:txBody>
      </p:sp>
      <p:pic>
        <p:nvPicPr>
          <p:cNvPr id="3410" name="Google Shape;3410;p71">
            <a:extLst>
              <a:ext uri="{FF2B5EF4-FFF2-40B4-BE49-F238E27FC236}">
                <a16:creationId xmlns:a16="http://schemas.microsoft.com/office/drawing/2014/main" id="{3BF9BBE6-CE8D-95A3-68E3-3BA74C02CE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563" y="1396888"/>
            <a:ext cx="3021749" cy="169972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</p:pic>
      <p:sp>
        <p:nvSpPr>
          <p:cNvPr id="3411" name="Google Shape;3411;p71">
            <a:extLst>
              <a:ext uri="{FF2B5EF4-FFF2-40B4-BE49-F238E27FC236}">
                <a16:creationId xmlns:a16="http://schemas.microsoft.com/office/drawing/2014/main" id="{4D97D3FC-97E0-DF80-850C-E35903012E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18075" y="1316259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Threads = multiple </a:t>
            </a:r>
            <a:r>
              <a:rPr lang="de-DE" dirty="0" err="1"/>
              <a:t>workers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in parallel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Great </a:t>
            </a:r>
            <a:r>
              <a:rPr lang="de-DE" dirty="0" err="1"/>
              <a:t>for</a:t>
            </a:r>
            <a:r>
              <a:rPr lang="de-DE" dirty="0"/>
              <a:t> I/O-</a:t>
            </a:r>
            <a:r>
              <a:rPr lang="de-DE" dirty="0" err="1"/>
              <a:t>bound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like HTTP </a:t>
            </a:r>
            <a:r>
              <a:rPr lang="de-DE" dirty="0" err="1"/>
              <a:t>requests</a:t>
            </a:r>
            <a:endParaRPr lang="de-DE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Allows</a:t>
            </a:r>
            <a:r>
              <a:rPr lang="de-DE" dirty="0"/>
              <a:t>:</a:t>
            </a:r>
          </a:p>
          <a:p>
            <a:pPr marL="742950" lvl="1" indent="-28575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dirty="0"/>
              <a:t>Multiple </a:t>
            </a:r>
            <a:r>
              <a:rPr lang="de-DE" dirty="0" err="1"/>
              <a:t>pages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at </a:t>
            </a:r>
            <a:r>
              <a:rPr lang="de-DE" dirty="0" err="1"/>
              <a:t>once</a:t>
            </a:r>
            <a:r>
              <a:rPr lang="de-DE" dirty="0"/>
              <a:t> </a:t>
            </a:r>
          </a:p>
          <a:p>
            <a:pPr marL="742950" lvl="1" indent="-28575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dirty="0"/>
              <a:t>Network </a:t>
            </a:r>
            <a:r>
              <a:rPr lang="de-DE" dirty="0" err="1"/>
              <a:t>delay</a:t>
            </a:r>
            <a:r>
              <a:rPr lang="de-DE" dirty="0"/>
              <a:t> </a:t>
            </a:r>
            <a:r>
              <a:rPr lang="de-DE" dirty="0" err="1"/>
              <a:t>hidden</a:t>
            </a:r>
            <a:endParaRPr lang="de-DE" dirty="0"/>
          </a:p>
          <a:p>
            <a:pPr marL="742950" lvl="1" indent="-28575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overall</a:t>
            </a:r>
            <a:r>
              <a:rPr lang="de-DE" dirty="0"/>
              <a:t> crawl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Performance: </a:t>
            </a:r>
          </a:p>
          <a:p>
            <a:pPr marL="742950" lvl="1" indent="-28575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dirty="0"/>
              <a:t>1 </a:t>
            </a:r>
            <a:r>
              <a:rPr lang="de-DE" dirty="0" err="1"/>
              <a:t>thread</a:t>
            </a:r>
            <a:r>
              <a:rPr lang="de-DE" dirty="0"/>
              <a:t> → ~40  min</a:t>
            </a:r>
          </a:p>
          <a:p>
            <a:pPr marL="742950" lvl="1" indent="-28575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dirty="0"/>
              <a:t>12 </a:t>
            </a:r>
            <a:r>
              <a:rPr lang="de-DE" dirty="0" err="1"/>
              <a:t>threads</a:t>
            </a:r>
            <a:r>
              <a:rPr lang="de-DE" dirty="0"/>
              <a:t> → 3–5 min</a:t>
            </a:r>
            <a:endParaRPr dirty="0"/>
          </a:p>
        </p:txBody>
      </p:sp>
      <p:sp>
        <p:nvSpPr>
          <p:cNvPr id="2" name="AutoShape 2" descr="Generiertes Bild">
            <a:extLst>
              <a:ext uri="{FF2B5EF4-FFF2-40B4-BE49-F238E27FC236}">
                <a16:creationId xmlns:a16="http://schemas.microsoft.com/office/drawing/2014/main" id="{F0C3C4A2-1709-6AF8-8E70-2C3A992FB8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" name="AutoShape 4" descr="Generiertes Bild">
            <a:extLst>
              <a:ext uri="{FF2B5EF4-FFF2-40B4-BE49-F238E27FC236}">
                <a16:creationId xmlns:a16="http://schemas.microsoft.com/office/drawing/2014/main" id="{D68F2B9C-1F62-7878-175E-B10B450FBD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 descr="Ein Bild, das Text, Clipart, Cartoon, Lustig enthält.&#10;&#10;KI-generierte Inhalte können fehlerhaft sein.">
            <a:extLst>
              <a:ext uri="{FF2B5EF4-FFF2-40B4-BE49-F238E27FC236}">
                <a16:creationId xmlns:a16="http://schemas.microsoft.com/office/drawing/2014/main" id="{82C7877A-6710-4C74-D27E-86F2A4297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71" y="1405587"/>
            <a:ext cx="3021749" cy="169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27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2276486" y="475242"/>
            <a:ext cx="4743989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LRU CACHE (LEAST RECENTLY USED)</a:t>
            </a:r>
          </a:p>
        </p:txBody>
      </p:sp>
      <p:sp>
        <p:nvSpPr>
          <p:cNvPr id="2710" name="Google Shape;2710;p45"/>
          <p:cNvSpPr txBox="1">
            <a:spLocks noGrp="1"/>
          </p:cNvSpPr>
          <p:nvPr>
            <p:ph type="subTitle" idx="1"/>
          </p:nvPr>
        </p:nvSpPr>
        <p:spPr>
          <a:xfrm>
            <a:off x="2549400" y="2261028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Stores results of previously checked URLs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Avoids re-downloading the same page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Benefits:</a:t>
            </a:r>
          </a:p>
          <a:p>
            <a:pPr marL="742950" lvl="1" indent="-28575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Saves network traffic</a:t>
            </a:r>
          </a:p>
          <a:p>
            <a:pPr marL="742950" lvl="1" indent="-28575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Speeds up the crawl</a:t>
            </a:r>
          </a:p>
          <a:p>
            <a:pPr marL="742950" lvl="1" indent="-28575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/>
              <a:t>Prevents redundant checks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Removes the least recently used item when full</a:t>
            </a:r>
            <a:endParaRPr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493738" y="2065974"/>
            <a:ext cx="417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358438" y="1998324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5" name="Google Shape;2655;p42"/>
          <p:cNvCxnSpPr>
            <a:stCxn id="2656" idx="6"/>
            <a:endCxn id="2657" idx="2"/>
          </p:cNvCxnSpPr>
          <p:nvPr/>
        </p:nvCxnSpPr>
        <p:spPr>
          <a:xfrm>
            <a:off x="4951864" y="2409790"/>
            <a:ext cx="3270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58" name="Google Shape;2658;p42"/>
          <p:cNvGrpSpPr/>
          <p:nvPr/>
        </p:nvGrpSpPr>
        <p:grpSpPr>
          <a:xfrm>
            <a:off x="4816564" y="2342140"/>
            <a:ext cx="3540450" cy="135300"/>
            <a:chOff x="4542238" y="2482820"/>
            <a:chExt cx="3540450" cy="135300"/>
          </a:xfrm>
        </p:grpSpPr>
        <p:sp>
          <p:nvSpPr>
            <p:cNvPr id="2656" name="Google Shape;2656;p42"/>
            <p:cNvSpPr/>
            <p:nvPr/>
          </p:nvSpPr>
          <p:spPr>
            <a:xfrm>
              <a:off x="4542238" y="24828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42"/>
            <p:cNvSpPr/>
            <p:nvPr/>
          </p:nvSpPr>
          <p:spPr>
            <a:xfrm>
              <a:off x="7947388" y="24828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59" name="Google Shape;2659;p42"/>
            <p:cNvCxnSpPr>
              <a:stCxn id="2656" idx="6"/>
              <a:endCxn id="2657" idx="2"/>
            </p:cNvCxnSpPr>
            <p:nvPr/>
          </p:nvCxnSpPr>
          <p:spPr>
            <a:xfrm>
              <a:off x="4677538" y="2550470"/>
              <a:ext cx="3270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660" name="Google Shape;2660;p42"/>
          <p:cNvSpPr txBox="1">
            <a:spLocks noGrp="1"/>
          </p:cNvSpPr>
          <p:nvPr>
            <p:ph type="title"/>
          </p:nvPr>
        </p:nvSpPr>
        <p:spPr>
          <a:xfrm>
            <a:off x="4475713" y="124450"/>
            <a:ext cx="4222200" cy="9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lt2"/>
                </a:solidFill>
              </a:rPr>
              <a:t>WORKER LOGIC</a:t>
            </a:r>
          </a:p>
        </p:txBody>
      </p:sp>
      <p:sp>
        <p:nvSpPr>
          <p:cNvPr id="2661" name="Google Shape;2661;p42"/>
          <p:cNvSpPr txBox="1">
            <a:spLocks noGrp="1"/>
          </p:cNvSpPr>
          <p:nvPr>
            <p:ph type="subTitle" idx="1"/>
          </p:nvPr>
        </p:nvSpPr>
        <p:spPr>
          <a:xfrm>
            <a:off x="4475713" y="2699395"/>
            <a:ext cx="4222200" cy="1040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Takes URL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queue</a:t>
            </a:r>
            <a:endParaRPr lang="de-DE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Checks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 was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visited</a:t>
            </a:r>
            <a:endParaRPr lang="de-DE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Sends rate-limited HTTP </a:t>
            </a:r>
            <a:r>
              <a:rPr lang="de-DE" dirty="0" err="1"/>
              <a:t>request</a:t>
            </a:r>
            <a:endParaRPr lang="de-DE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Extracts</a:t>
            </a:r>
            <a:r>
              <a:rPr lang="de-DE" dirty="0"/>
              <a:t> internal links </a:t>
            </a:r>
            <a:r>
              <a:rPr lang="de-DE" dirty="0" err="1"/>
              <a:t>from</a:t>
            </a:r>
            <a:r>
              <a:rPr lang="de-DE" dirty="0"/>
              <a:t> HTML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Checks </a:t>
            </a:r>
            <a:r>
              <a:rPr lang="de-DE" dirty="0" err="1"/>
              <a:t>each</a:t>
            </a:r>
            <a:r>
              <a:rPr lang="de-DE" dirty="0"/>
              <a:t> link (Cascade </a:t>
            </a:r>
            <a:r>
              <a:rPr lang="de-DE" dirty="0" err="1"/>
              <a:t>login</a:t>
            </a:r>
            <a:r>
              <a:rPr lang="de-DE" dirty="0"/>
              <a:t> / </a:t>
            </a:r>
            <a:r>
              <a:rPr lang="de-DE" dirty="0" err="1"/>
              <a:t>broken</a:t>
            </a:r>
            <a:r>
              <a:rPr lang="de-DE" dirty="0"/>
              <a:t> link)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Records </a:t>
            </a:r>
            <a:r>
              <a:rPr lang="de-DE" dirty="0" err="1"/>
              <a:t>violations</a:t>
            </a:r>
            <a:r>
              <a:rPr lang="de-DE" dirty="0"/>
              <a:t> + </a:t>
            </a:r>
            <a:r>
              <a:rPr lang="de-DE" dirty="0" err="1"/>
              <a:t>page</a:t>
            </a:r>
            <a:r>
              <a:rPr lang="de-DE" dirty="0"/>
              <a:t> </a:t>
            </a:r>
            <a:r>
              <a:rPr lang="de-DE" dirty="0" err="1"/>
              <a:t>summary</a:t>
            </a:r>
            <a:endParaRPr lang="de-DE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Thread-safe </a:t>
            </a:r>
            <a:r>
              <a:rPr lang="de-DE" dirty="0" err="1"/>
              <a:t>writing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locks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F40CCB-31F9-77FE-1FD1-4167CFBB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4" y="265130"/>
            <a:ext cx="4201387" cy="278216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1FCEC7B-6360-20F5-48D9-A9E1EE133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77" y="3487032"/>
            <a:ext cx="4201387" cy="7477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54"/>
          <p:cNvSpPr/>
          <p:nvPr/>
        </p:nvSpPr>
        <p:spPr>
          <a:xfrm>
            <a:off x="1180790" y="1702793"/>
            <a:ext cx="795523" cy="795523"/>
          </a:xfrm>
          <a:custGeom>
            <a:avLst/>
            <a:gdLst/>
            <a:ahLst/>
            <a:cxnLst/>
            <a:rect l="l" t="t" r="r" b="b"/>
            <a:pathLst>
              <a:path w="18493" h="18493" extrusionOk="0">
                <a:moveTo>
                  <a:pt x="3381" y="1"/>
                </a:moveTo>
                <a:lnTo>
                  <a:pt x="0" y="3382"/>
                </a:lnTo>
                <a:lnTo>
                  <a:pt x="0" y="15845"/>
                </a:lnTo>
                <a:lnTo>
                  <a:pt x="469" y="15845"/>
                </a:lnTo>
                <a:lnTo>
                  <a:pt x="469" y="17291"/>
                </a:lnTo>
                <a:lnTo>
                  <a:pt x="0" y="17291"/>
                </a:lnTo>
                <a:lnTo>
                  <a:pt x="0" y="18493"/>
                </a:lnTo>
                <a:lnTo>
                  <a:pt x="15967" y="18493"/>
                </a:lnTo>
                <a:lnTo>
                  <a:pt x="18492" y="15988"/>
                </a:lnTo>
                <a:lnTo>
                  <a:pt x="18492" y="12383"/>
                </a:lnTo>
                <a:lnTo>
                  <a:pt x="17942" y="12383"/>
                </a:lnTo>
                <a:lnTo>
                  <a:pt x="17942" y="10937"/>
                </a:lnTo>
                <a:lnTo>
                  <a:pt x="18492" y="10937"/>
                </a:lnTo>
                <a:lnTo>
                  <a:pt x="18492" y="9980"/>
                </a:lnTo>
                <a:lnTo>
                  <a:pt x="17942" y="9980"/>
                </a:lnTo>
                <a:lnTo>
                  <a:pt x="17942" y="8534"/>
                </a:lnTo>
                <a:lnTo>
                  <a:pt x="18492" y="8534"/>
                </a:lnTo>
                <a:lnTo>
                  <a:pt x="18492" y="7495"/>
                </a:lnTo>
                <a:lnTo>
                  <a:pt x="17392" y="7495"/>
                </a:lnTo>
                <a:lnTo>
                  <a:pt x="17392" y="3667"/>
                </a:lnTo>
                <a:lnTo>
                  <a:pt x="18492" y="3667"/>
                </a:lnTo>
                <a:lnTo>
                  <a:pt x="18492" y="1"/>
                </a:lnTo>
                <a:lnTo>
                  <a:pt x="10570" y="1"/>
                </a:lnTo>
                <a:lnTo>
                  <a:pt x="10570" y="917"/>
                </a:lnTo>
                <a:lnTo>
                  <a:pt x="8146" y="917"/>
                </a:lnTo>
                <a:lnTo>
                  <a:pt x="81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28588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7" name="Google Shape;3057;p54"/>
          <p:cNvSpPr/>
          <p:nvPr/>
        </p:nvSpPr>
        <p:spPr>
          <a:xfrm>
            <a:off x="1180790" y="3151793"/>
            <a:ext cx="795523" cy="795523"/>
          </a:xfrm>
          <a:custGeom>
            <a:avLst/>
            <a:gdLst/>
            <a:ahLst/>
            <a:cxnLst/>
            <a:rect l="l" t="t" r="r" b="b"/>
            <a:pathLst>
              <a:path w="18493" h="18493" extrusionOk="0">
                <a:moveTo>
                  <a:pt x="3381" y="1"/>
                </a:moveTo>
                <a:lnTo>
                  <a:pt x="0" y="3382"/>
                </a:lnTo>
                <a:lnTo>
                  <a:pt x="0" y="15845"/>
                </a:lnTo>
                <a:lnTo>
                  <a:pt x="469" y="15845"/>
                </a:lnTo>
                <a:lnTo>
                  <a:pt x="469" y="17291"/>
                </a:lnTo>
                <a:lnTo>
                  <a:pt x="0" y="17291"/>
                </a:lnTo>
                <a:lnTo>
                  <a:pt x="0" y="18493"/>
                </a:lnTo>
                <a:lnTo>
                  <a:pt x="15967" y="18493"/>
                </a:lnTo>
                <a:lnTo>
                  <a:pt x="18492" y="15988"/>
                </a:lnTo>
                <a:lnTo>
                  <a:pt x="18492" y="12383"/>
                </a:lnTo>
                <a:lnTo>
                  <a:pt x="17942" y="12383"/>
                </a:lnTo>
                <a:lnTo>
                  <a:pt x="17942" y="10937"/>
                </a:lnTo>
                <a:lnTo>
                  <a:pt x="18492" y="10937"/>
                </a:lnTo>
                <a:lnTo>
                  <a:pt x="18492" y="9980"/>
                </a:lnTo>
                <a:lnTo>
                  <a:pt x="17942" y="9980"/>
                </a:lnTo>
                <a:lnTo>
                  <a:pt x="17942" y="8534"/>
                </a:lnTo>
                <a:lnTo>
                  <a:pt x="18492" y="8534"/>
                </a:lnTo>
                <a:lnTo>
                  <a:pt x="18492" y="7495"/>
                </a:lnTo>
                <a:lnTo>
                  <a:pt x="17392" y="7495"/>
                </a:lnTo>
                <a:lnTo>
                  <a:pt x="17392" y="3667"/>
                </a:lnTo>
                <a:lnTo>
                  <a:pt x="18492" y="3667"/>
                </a:lnTo>
                <a:lnTo>
                  <a:pt x="18492" y="1"/>
                </a:lnTo>
                <a:lnTo>
                  <a:pt x="10570" y="1"/>
                </a:lnTo>
                <a:lnTo>
                  <a:pt x="10570" y="917"/>
                </a:lnTo>
                <a:lnTo>
                  <a:pt x="8146" y="917"/>
                </a:lnTo>
                <a:lnTo>
                  <a:pt x="81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28588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8" name="Google Shape;3058;p54"/>
          <p:cNvSpPr/>
          <p:nvPr/>
        </p:nvSpPr>
        <p:spPr>
          <a:xfrm>
            <a:off x="4959865" y="3151793"/>
            <a:ext cx="795523" cy="795523"/>
          </a:xfrm>
          <a:custGeom>
            <a:avLst/>
            <a:gdLst/>
            <a:ahLst/>
            <a:cxnLst/>
            <a:rect l="l" t="t" r="r" b="b"/>
            <a:pathLst>
              <a:path w="18493" h="18493" extrusionOk="0">
                <a:moveTo>
                  <a:pt x="3381" y="1"/>
                </a:moveTo>
                <a:lnTo>
                  <a:pt x="0" y="3382"/>
                </a:lnTo>
                <a:lnTo>
                  <a:pt x="0" y="15845"/>
                </a:lnTo>
                <a:lnTo>
                  <a:pt x="469" y="15845"/>
                </a:lnTo>
                <a:lnTo>
                  <a:pt x="469" y="17291"/>
                </a:lnTo>
                <a:lnTo>
                  <a:pt x="0" y="17291"/>
                </a:lnTo>
                <a:lnTo>
                  <a:pt x="0" y="18493"/>
                </a:lnTo>
                <a:lnTo>
                  <a:pt x="15967" y="18493"/>
                </a:lnTo>
                <a:lnTo>
                  <a:pt x="18492" y="15988"/>
                </a:lnTo>
                <a:lnTo>
                  <a:pt x="18492" y="12383"/>
                </a:lnTo>
                <a:lnTo>
                  <a:pt x="17942" y="12383"/>
                </a:lnTo>
                <a:lnTo>
                  <a:pt x="17942" y="10937"/>
                </a:lnTo>
                <a:lnTo>
                  <a:pt x="18492" y="10937"/>
                </a:lnTo>
                <a:lnTo>
                  <a:pt x="18492" y="9980"/>
                </a:lnTo>
                <a:lnTo>
                  <a:pt x="17942" y="9980"/>
                </a:lnTo>
                <a:lnTo>
                  <a:pt x="17942" y="8534"/>
                </a:lnTo>
                <a:lnTo>
                  <a:pt x="18492" y="8534"/>
                </a:lnTo>
                <a:lnTo>
                  <a:pt x="18492" y="7495"/>
                </a:lnTo>
                <a:lnTo>
                  <a:pt x="17392" y="7495"/>
                </a:lnTo>
                <a:lnTo>
                  <a:pt x="17392" y="3667"/>
                </a:lnTo>
                <a:lnTo>
                  <a:pt x="18492" y="3667"/>
                </a:lnTo>
                <a:lnTo>
                  <a:pt x="18492" y="1"/>
                </a:lnTo>
                <a:lnTo>
                  <a:pt x="10570" y="1"/>
                </a:lnTo>
                <a:lnTo>
                  <a:pt x="10570" y="917"/>
                </a:lnTo>
                <a:lnTo>
                  <a:pt x="8146" y="917"/>
                </a:lnTo>
                <a:lnTo>
                  <a:pt x="81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28588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9" name="Google Shape;3059;p54"/>
          <p:cNvSpPr/>
          <p:nvPr/>
        </p:nvSpPr>
        <p:spPr>
          <a:xfrm>
            <a:off x="4959865" y="1702793"/>
            <a:ext cx="795523" cy="795523"/>
          </a:xfrm>
          <a:custGeom>
            <a:avLst/>
            <a:gdLst/>
            <a:ahLst/>
            <a:cxnLst/>
            <a:rect l="l" t="t" r="r" b="b"/>
            <a:pathLst>
              <a:path w="18493" h="18493" extrusionOk="0">
                <a:moveTo>
                  <a:pt x="3381" y="1"/>
                </a:moveTo>
                <a:lnTo>
                  <a:pt x="0" y="3382"/>
                </a:lnTo>
                <a:lnTo>
                  <a:pt x="0" y="15845"/>
                </a:lnTo>
                <a:lnTo>
                  <a:pt x="469" y="15845"/>
                </a:lnTo>
                <a:lnTo>
                  <a:pt x="469" y="17291"/>
                </a:lnTo>
                <a:lnTo>
                  <a:pt x="0" y="17291"/>
                </a:lnTo>
                <a:lnTo>
                  <a:pt x="0" y="18493"/>
                </a:lnTo>
                <a:lnTo>
                  <a:pt x="15967" y="18493"/>
                </a:lnTo>
                <a:lnTo>
                  <a:pt x="18492" y="15988"/>
                </a:lnTo>
                <a:lnTo>
                  <a:pt x="18492" y="12383"/>
                </a:lnTo>
                <a:lnTo>
                  <a:pt x="17942" y="12383"/>
                </a:lnTo>
                <a:lnTo>
                  <a:pt x="17942" y="10937"/>
                </a:lnTo>
                <a:lnTo>
                  <a:pt x="18492" y="10937"/>
                </a:lnTo>
                <a:lnTo>
                  <a:pt x="18492" y="9980"/>
                </a:lnTo>
                <a:lnTo>
                  <a:pt x="17942" y="9980"/>
                </a:lnTo>
                <a:lnTo>
                  <a:pt x="17942" y="8534"/>
                </a:lnTo>
                <a:lnTo>
                  <a:pt x="18492" y="8534"/>
                </a:lnTo>
                <a:lnTo>
                  <a:pt x="18492" y="7495"/>
                </a:lnTo>
                <a:lnTo>
                  <a:pt x="17392" y="7495"/>
                </a:lnTo>
                <a:lnTo>
                  <a:pt x="17392" y="3667"/>
                </a:lnTo>
                <a:lnTo>
                  <a:pt x="18492" y="3667"/>
                </a:lnTo>
                <a:lnTo>
                  <a:pt x="18492" y="1"/>
                </a:lnTo>
                <a:lnTo>
                  <a:pt x="10570" y="1"/>
                </a:lnTo>
                <a:lnTo>
                  <a:pt x="10570" y="917"/>
                </a:lnTo>
                <a:lnTo>
                  <a:pt x="8146" y="917"/>
                </a:lnTo>
                <a:lnTo>
                  <a:pt x="81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28588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0" name="Google Shape;3060;p54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FUTURE WORK</a:t>
            </a:r>
          </a:p>
        </p:txBody>
      </p:sp>
      <p:grpSp>
        <p:nvGrpSpPr>
          <p:cNvPr id="3061" name="Google Shape;3061;p54"/>
          <p:cNvGrpSpPr/>
          <p:nvPr/>
        </p:nvGrpSpPr>
        <p:grpSpPr>
          <a:xfrm>
            <a:off x="5133598" y="3325525"/>
            <a:ext cx="448057" cy="448057"/>
            <a:chOff x="-7885925" y="2763950"/>
            <a:chExt cx="446450" cy="446450"/>
          </a:xfrm>
        </p:grpSpPr>
        <p:sp>
          <p:nvSpPr>
            <p:cNvPr id="3062" name="Google Shape;3062;p54"/>
            <p:cNvSpPr/>
            <p:nvPr/>
          </p:nvSpPr>
          <p:spPr>
            <a:xfrm>
              <a:off x="-7815750" y="3036725"/>
              <a:ext cx="64425" cy="64425"/>
            </a:xfrm>
            <a:custGeom>
              <a:avLst/>
              <a:gdLst/>
              <a:ahLst/>
              <a:cxnLst/>
              <a:rect l="l" t="t" r="r" b="b"/>
              <a:pathLst>
                <a:path w="2577" h="2577" extrusionOk="0">
                  <a:moveTo>
                    <a:pt x="724" y="0"/>
                  </a:moveTo>
                  <a:lnTo>
                    <a:pt x="0" y="724"/>
                  </a:lnTo>
                  <a:lnTo>
                    <a:pt x="550" y="1274"/>
                  </a:lnTo>
                  <a:lnTo>
                    <a:pt x="0" y="1853"/>
                  </a:lnTo>
                  <a:lnTo>
                    <a:pt x="724" y="2576"/>
                  </a:lnTo>
                  <a:lnTo>
                    <a:pt x="1274" y="2026"/>
                  </a:lnTo>
                  <a:lnTo>
                    <a:pt x="1853" y="2576"/>
                  </a:lnTo>
                  <a:lnTo>
                    <a:pt x="2576" y="1853"/>
                  </a:lnTo>
                  <a:lnTo>
                    <a:pt x="2026" y="1274"/>
                  </a:lnTo>
                  <a:lnTo>
                    <a:pt x="2576" y="724"/>
                  </a:lnTo>
                  <a:lnTo>
                    <a:pt x="1853" y="0"/>
                  </a:lnTo>
                  <a:lnTo>
                    <a:pt x="1274" y="55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4"/>
            <p:cNvSpPr/>
            <p:nvPr/>
          </p:nvSpPr>
          <p:spPr>
            <a:xfrm>
              <a:off x="-7820100" y="3131500"/>
              <a:ext cx="78900" cy="26075"/>
            </a:xfrm>
            <a:custGeom>
              <a:avLst/>
              <a:gdLst/>
              <a:ahLst/>
              <a:cxnLst/>
              <a:rect l="l" t="t" r="r" b="b"/>
              <a:pathLst>
                <a:path w="3156" h="1043" extrusionOk="0">
                  <a:moveTo>
                    <a:pt x="1" y="1"/>
                  </a:moveTo>
                  <a:lnTo>
                    <a:pt x="1" y="1043"/>
                  </a:lnTo>
                  <a:lnTo>
                    <a:pt x="3156" y="1043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4"/>
            <p:cNvSpPr/>
            <p:nvPr/>
          </p:nvSpPr>
          <p:spPr>
            <a:xfrm>
              <a:off x="-7820100" y="3183600"/>
              <a:ext cx="78900" cy="26800"/>
            </a:xfrm>
            <a:custGeom>
              <a:avLst/>
              <a:gdLst/>
              <a:ahLst/>
              <a:cxnLst/>
              <a:rect l="l" t="t" r="r" b="b"/>
              <a:pathLst>
                <a:path w="3156" h="1072" extrusionOk="0">
                  <a:moveTo>
                    <a:pt x="1" y="1"/>
                  </a:moveTo>
                  <a:lnTo>
                    <a:pt x="1" y="1072"/>
                  </a:lnTo>
                  <a:lnTo>
                    <a:pt x="3156" y="1072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4"/>
            <p:cNvSpPr/>
            <p:nvPr/>
          </p:nvSpPr>
          <p:spPr>
            <a:xfrm>
              <a:off x="-7623275" y="2776975"/>
              <a:ext cx="131700" cy="117950"/>
            </a:xfrm>
            <a:custGeom>
              <a:avLst/>
              <a:gdLst/>
              <a:ahLst/>
              <a:cxnLst/>
              <a:rect l="l" t="t" r="r" b="b"/>
              <a:pathLst>
                <a:path w="5268" h="4718" extrusionOk="0">
                  <a:moveTo>
                    <a:pt x="1071" y="0"/>
                  </a:moveTo>
                  <a:lnTo>
                    <a:pt x="1071" y="1042"/>
                  </a:lnTo>
                  <a:lnTo>
                    <a:pt x="0" y="1042"/>
                  </a:lnTo>
                  <a:lnTo>
                    <a:pt x="0" y="2113"/>
                  </a:lnTo>
                  <a:lnTo>
                    <a:pt x="1071" y="2113"/>
                  </a:lnTo>
                  <a:lnTo>
                    <a:pt x="1071" y="4718"/>
                  </a:lnTo>
                  <a:lnTo>
                    <a:pt x="2113" y="4718"/>
                  </a:lnTo>
                  <a:lnTo>
                    <a:pt x="2113" y="2113"/>
                  </a:lnTo>
                  <a:lnTo>
                    <a:pt x="5268" y="2113"/>
                  </a:lnTo>
                  <a:lnTo>
                    <a:pt x="5268" y="1042"/>
                  </a:lnTo>
                  <a:lnTo>
                    <a:pt x="2113" y="1042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4"/>
            <p:cNvSpPr/>
            <p:nvPr/>
          </p:nvSpPr>
          <p:spPr>
            <a:xfrm>
              <a:off x="-7527050" y="2872475"/>
              <a:ext cx="70925" cy="75275"/>
            </a:xfrm>
            <a:custGeom>
              <a:avLst/>
              <a:gdLst/>
              <a:ahLst/>
              <a:cxnLst/>
              <a:rect l="l" t="t" r="r" b="b"/>
              <a:pathLst>
                <a:path w="2837" h="3011" extrusionOk="0">
                  <a:moveTo>
                    <a:pt x="724" y="1"/>
                  </a:moveTo>
                  <a:lnTo>
                    <a:pt x="1" y="753"/>
                  </a:lnTo>
                  <a:lnTo>
                    <a:pt x="898" y="1650"/>
                  </a:lnTo>
                  <a:lnTo>
                    <a:pt x="898" y="3011"/>
                  </a:lnTo>
                  <a:lnTo>
                    <a:pt x="1940" y="3011"/>
                  </a:lnTo>
                  <a:lnTo>
                    <a:pt x="1940" y="1650"/>
                  </a:lnTo>
                  <a:lnTo>
                    <a:pt x="2837" y="753"/>
                  </a:lnTo>
                  <a:lnTo>
                    <a:pt x="2084" y="1"/>
                  </a:lnTo>
                  <a:lnTo>
                    <a:pt x="1419" y="695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4"/>
            <p:cNvSpPr/>
            <p:nvPr/>
          </p:nvSpPr>
          <p:spPr>
            <a:xfrm>
              <a:off x="-7623275" y="2986800"/>
              <a:ext cx="131700" cy="143300"/>
            </a:xfrm>
            <a:custGeom>
              <a:avLst/>
              <a:gdLst/>
              <a:ahLst/>
              <a:cxnLst/>
              <a:rect l="l" t="t" r="r" b="b"/>
              <a:pathLst>
                <a:path w="5268" h="5732" extrusionOk="0">
                  <a:moveTo>
                    <a:pt x="3155" y="2113"/>
                  </a:moveTo>
                  <a:lnTo>
                    <a:pt x="3155" y="3155"/>
                  </a:lnTo>
                  <a:lnTo>
                    <a:pt x="2113" y="3155"/>
                  </a:lnTo>
                  <a:lnTo>
                    <a:pt x="2113" y="2113"/>
                  </a:lnTo>
                  <a:close/>
                  <a:moveTo>
                    <a:pt x="0" y="0"/>
                  </a:moveTo>
                  <a:cubicBezTo>
                    <a:pt x="0" y="1737"/>
                    <a:pt x="376" y="3329"/>
                    <a:pt x="1042" y="4515"/>
                  </a:cubicBezTo>
                  <a:cubicBezTo>
                    <a:pt x="1360" y="5123"/>
                    <a:pt x="1737" y="5528"/>
                    <a:pt x="2113" y="5731"/>
                  </a:cubicBezTo>
                  <a:lnTo>
                    <a:pt x="2113" y="4197"/>
                  </a:lnTo>
                  <a:lnTo>
                    <a:pt x="3155" y="4197"/>
                  </a:lnTo>
                  <a:lnTo>
                    <a:pt x="3155" y="5731"/>
                  </a:lnTo>
                  <a:cubicBezTo>
                    <a:pt x="3531" y="5528"/>
                    <a:pt x="3907" y="5123"/>
                    <a:pt x="4226" y="4515"/>
                  </a:cubicBezTo>
                  <a:cubicBezTo>
                    <a:pt x="4891" y="3329"/>
                    <a:pt x="5239" y="1824"/>
                    <a:pt x="5268" y="0"/>
                  </a:cubicBezTo>
                  <a:lnTo>
                    <a:pt x="3155" y="0"/>
                  </a:lnTo>
                  <a:lnTo>
                    <a:pt x="3155" y="1071"/>
                  </a:lnTo>
                  <a:lnTo>
                    <a:pt x="2113" y="1071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4"/>
            <p:cNvSpPr/>
            <p:nvPr/>
          </p:nvSpPr>
          <p:spPr>
            <a:xfrm>
              <a:off x="-7833125" y="2843525"/>
              <a:ext cx="131000" cy="143300"/>
            </a:xfrm>
            <a:custGeom>
              <a:avLst/>
              <a:gdLst/>
              <a:ahLst/>
              <a:cxnLst/>
              <a:rect l="l" t="t" r="r" b="b"/>
              <a:pathLst>
                <a:path w="5240" h="5732" extrusionOk="0">
                  <a:moveTo>
                    <a:pt x="3156" y="2606"/>
                  </a:moveTo>
                  <a:lnTo>
                    <a:pt x="3156" y="3648"/>
                  </a:lnTo>
                  <a:lnTo>
                    <a:pt x="2114" y="3648"/>
                  </a:lnTo>
                  <a:lnTo>
                    <a:pt x="2114" y="2606"/>
                  </a:lnTo>
                  <a:close/>
                  <a:moveTo>
                    <a:pt x="2114" y="1"/>
                  </a:moveTo>
                  <a:cubicBezTo>
                    <a:pt x="1737" y="232"/>
                    <a:pt x="1361" y="638"/>
                    <a:pt x="1043" y="1245"/>
                  </a:cubicBezTo>
                  <a:cubicBezTo>
                    <a:pt x="377" y="2403"/>
                    <a:pt x="30" y="3937"/>
                    <a:pt x="1" y="5731"/>
                  </a:cubicBezTo>
                  <a:lnTo>
                    <a:pt x="2114" y="5731"/>
                  </a:lnTo>
                  <a:lnTo>
                    <a:pt x="2114" y="4689"/>
                  </a:lnTo>
                  <a:lnTo>
                    <a:pt x="3156" y="4689"/>
                  </a:lnTo>
                  <a:lnTo>
                    <a:pt x="3156" y="5731"/>
                  </a:lnTo>
                  <a:lnTo>
                    <a:pt x="5239" y="5731"/>
                  </a:lnTo>
                  <a:cubicBezTo>
                    <a:pt x="5239" y="4024"/>
                    <a:pt x="4892" y="2403"/>
                    <a:pt x="4226" y="1245"/>
                  </a:cubicBezTo>
                  <a:cubicBezTo>
                    <a:pt x="3908" y="638"/>
                    <a:pt x="3532" y="232"/>
                    <a:pt x="3156" y="1"/>
                  </a:cubicBezTo>
                  <a:lnTo>
                    <a:pt x="3156" y="1535"/>
                  </a:lnTo>
                  <a:lnTo>
                    <a:pt x="2114" y="1535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4"/>
            <p:cNvSpPr/>
            <p:nvPr/>
          </p:nvSpPr>
          <p:spPr>
            <a:xfrm>
              <a:off x="-7885925" y="2763950"/>
              <a:ext cx="446450" cy="446450"/>
            </a:xfrm>
            <a:custGeom>
              <a:avLst/>
              <a:gdLst/>
              <a:ahLst/>
              <a:cxnLst/>
              <a:rect l="l" t="t" r="r" b="b"/>
              <a:pathLst>
                <a:path w="17858" h="17858" extrusionOk="0">
                  <a:moveTo>
                    <a:pt x="8422" y="0"/>
                  </a:moveTo>
                  <a:lnTo>
                    <a:pt x="8422" y="3849"/>
                  </a:lnTo>
                  <a:cubicBezTo>
                    <a:pt x="7670" y="2316"/>
                    <a:pt x="6425" y="926"/>
                    <a:pt x="4747" y="926"/>
                  </a:cubicBezTo>
                  <a:cubicBezTo>
                    <a:pt x="3415" y="926"/>
                    <a:pt x="2200" y="1795"/>
                    <a:pt x="1302" y="3386"/>
                  </a:cubicBezTo>
                  <a:cubicBezTo>
                    <a:pt x="145" y="5470"/>
                    <a:pt x="29" y="7872"/>
                    <a:pt x="0" y="8914"/>
                  </a:cubicBezTo>
                  <a:lnTo>
                    <a:pt x="1071" y="8914"/>
                  </a:lnTo>
                  <a:cubicBezTo>
                    <a:pt x="1071" y="7930"/>
                    <a:pt x="1187" y="5760"/>
                    <a:pt x="2229" y="3907"/>
                  </a:cubicBezTo>
                  <a:cubicBezTo>
                    <a:pt x="2938" y="2619"/>
                    <a:pt x="3835" y="1975"/>
                    <a:pt x="4732" y="1975"/>
                  </a:cubicBezTo>
                  <a:cubicBezTo>
                    <a:pt x="5629" y="1975"/>
                    <a:pt x="6527" y="2619"/>
                    <a:pt x="7236" y="3907"/>
                  </a:cubicBezTo>
                  <a:cubicBezTo>
                    <a:pt x="7988" y="5239"/>
                    <a:pt x="8422" y="7004"/>
                    <a:pt x="8422" y="8914"/>
                  </a:cubicBezTo>
                  <a:lnTo>
                    <a:pt x="8422" y="17858"/>
                  </a:lnTo>
                  <a:lnTo>
                    <a:pt x="9464" y="17858"/>
                  </a:lnTo>
                  <a:lnTo>
                    <a:pt x="9464" y="13979"/>
                  </a:lnTo>
                  <a:cubicBezTo>
                    <a:pt x="10188" y="15513"/>
                    <a:pt x="11432" y="16903"/>
                    <a:pt x="13140" y="16903"/>
                  </a:cubicBezTo>
                  <a:cubicBezTo>
                    <a:pt x="14471" y="16903"/>
                    <a:pt x="15687" y="16034"/>
                    <a:pt x="16555" y="14471"/>
                  </a:cubicBezTo>
                  <a:cubicBezTo>
                    <a:pt x="17742" y="12359"/>
                    <a:pt x="17858" y="9956"/>
                    <a:pt x="17858" y="8914"/>
                  </a:cubicBezTo>
                  <a:lnTo>
                    <a:pt x="16816" y="8914"/>
                  </a:lnTo>
                  <a:cubicBezTo>
                    <a:pt x="16816" y="9898"/>
                    <a:pt x="16700" y="12069"/>
                    <a:pt x="15658" y="13950"/>
                  </a:cubicBezTo>
                  <a:cubicBezTo>
                    <a:pt x="14934" y="15224"/>
                    <a:pt x="14037" y="15861"/>
                    <a:pt x="13140" y="15861"/>
                  </a:cubicBezTo>
                  <a:cubicBezTo>
                    <a:pt x="12243" y="15861"/>
                    <a:pt x="11346" y="15224"/>
                    <a:pt x="10622" y="13950"/>
                  </a:cubicBezTo>
                  <a:cubicBezTo>
                    <a:pt x="9869" y="12619"/>
                    <a:pt x="9464" y="10825"/>
                    <a:pt x="9464" y="8914"/>
                  </a:cubicBezTo>
                  <a:lnTo>
                    <a:pt x="94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0" name="Google Shape;3070;p54"/>
          <p:cNvGrpSpPr/>
          <p:nvPr/>
        </p:nvGrpSpPr>
        <p:grpSpPr>
          <a:xfrm>
            <a:off x="1354523" y="3374225"/>
            <a:ext cx="448057" cy="350658"/>
            <a:chOff x="-4043800" y="3468700"/>
            <a:chExt cx="446450" cy="342975"/>
          </a:xfrm>
        </p:grpSpPr>
        <p:sp>
          <p:nvSpPr>
            <p:cNvPr id="3071" name="Google Shape;3071;p54"/>
            <p:cNvSpPr/>
            <p:nvPr/>
          </p:nvSpPr>
          <p:spPr>
            <a:xfrm>
              <a:off x="-4018475" y="3706025"/>
              <a:ext cx="395800" cy="26800"/>
            </a:xfrm>
            <a:custGeom>
              <a:avLst/>
              <a:gdLst/>
              <a:ahLst/>
              <a:cxnLst/>
              <a:rect l="l" t="t" r="r" b="b"/>
              <a:pathLst>
                <a:path w="15832" h="1072" extrusionOk="0">
                  <a:moveTo>
                    <a:pt x="0" y="0"/>
                  </a:moveTo>
                  <a:lnTo>
                    <a:pt x="0" y="1071"/>
                  </a:lnTo>
                  <a:lnTo>
                    <a:pt x="15832" y="1071"/>
                  </a:lnTo>
                  <a:lnTo>
                    <a:pt x="158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4"/>
            <p:cNvSpPr/>
            <p:nvPr/>
          </p:nvSpPr>
          <p:spPr>
            <a:xfrm>
              <a:off x="-4043800" y="3758850"/>
              <a:ext cx="446450" cy="52825"/>
            </a:xfrm>
            <a:custGeom>
              <a:avLst/>
              <a:gdLst/>
              <a:ahLst/>
              <a:cxnLst/>
              <a:rect l="l" t="t" r="r" b="b"/>
              <a:pathLst>
                <a:path w="17858" h="2113" extrusionOk="0">
                  <a:moveTo>
                    <a:pt x="0" y="0"/>
                  </a:moveTo>
                  <a:cubicBezTo>
                    <a:pt x="261" y="1216"/>
                    <a:pt x="1302" y="2113"/>
                    <a:pt x="2576" y="2113"/>
                  </a:cubicBezTo>
                  <a:lnTo>
                    <a:pt x="15253" y="2113"/>
                  </a:lnTo>
                  <a:cubicBezTo>
                    <a:pt x="16555" y="2113"/>
                    <a:pt x="17597" y="1216"/>
                    <a:pt x="17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4"/>
            <p:cNvSpPr/>
            <p:nvPr/>
          </p:nvSpPr>
          <p:spPr>
            <a:xfrm>
              <a:off x="-4018475" y="3468700"/>
              <a:ext cx="395800" cy="211300"/>
            </a:xfrm>
            <a:custGeom>
              <a:avLst/>
              <a:gdLst/>
              <a:ahLst/>
              <a:cxnLst/>
              <a:rect l="l" t="t" r="r" b="b"/>
              <a:pathLst>
                <a:path w="15832" h="8452" extrusionOk="0">
                  <a:moveTo>
                    <a:pt x="8451" y="3329"/>
                  </a:moveTo>
                  <a:lnTo>
                    <a:pt x="8451" y="4399"/>
                  </a:lnTo>
                  <a:lnTo>
                    <a:pt x="9493" y="4399"/>
                  </a:lnTo>
                  <a:lnTo>
                    <a:pt x="9493" y="5441"/>
                  </a:lnTo>
                  <a:lnTo>
                    <a:pt x="8451" y="5441"/>
                  </a:lnTo>
                  <a:lnTo>
                    <a:pt x="8451" y="6512"/>
                  </a:lnTo>
                  <a:lnTo>
                    <a:pt x="7380" y="6512"/>
                  </a:lnTo>
                  <a:lnTo>
                    <a:pt x="7380" y="5441"/>
                  </a:lnTo>
                  <a:lnTo>
                    <a:pt x="6338" y="5441"/>
                  </a:lnTo>
                  <a:lnTo>
                    <a:pt x="6338" y="4399"/>
                  </a:lnTo>
                  <a:lnTo>
                    <a:pt x="7380" y="4399"/>
                  </a:lnTo>
                  <a:lnTo>
                    <a:pt x="7380" y="3329"/>
                  </a:lnTo>
                  <a:close/>
                  <a:moveTo>
                    <a:pt x="5268" y="2113"/>
                  </a:moveTo>
                  <a:lnTo>
                    <a:pt x="5268" y="5268"/>
                  </a:lnTo>
                  <a:lnTo>
                    <a:pt x="3676" y="5268"/>
                  </a:lnTo>
                  <a:lnTo>
                    <a:pt x="3676" y="6339"/>
                  </a:lnTo>
                  <a:lnTo>
                    <a:pt x="5268" y="6339"/>
                  </a:lnTo>
                  <a:lnTo>
                    <a:pt x="5268" y="7381"/>
                  </a:lnTo>
                  <a:lnTo>
                    <a:pt x="2634" y="7381"/>
                  </a:lnTo>
                  <a:lnTo>
                    <a:pt x="2634" y="4226"/>
                  </a:lnTo>
                  <a:lnTo>
                    <a:pt x="4226" y="4226"/>
                  </a:lnTo>
                  <a:lnTo>
                    <a:pt x="4226" y="3155"/>
                  </a:lnTo>
                  <a:lnTo>
                    <a:pt x="2634" y="3155"/>
                  </a:lnTo>
                  <a:lnTo>
                    <a:pt x="2634" y="2113"/>
                  </a:lnTo>
                  <a:close/>
                  <a:moveTo>
                    <a:pt x="13198" y="2113"/>
                  </a:moveTo>
                  <a:lnTo>
                    <a:pt x="13198" y="5268"/>
                  </a:lnTo>
                  <a:lnTo>
                    <a:pt x="11606" y="5268"/>
                  </a:lnTo>
                  <a:lnTo>
                    <a:pt x="11606" y="6339"/>
                  </a:lnTo>
                  <a:lnTo>
                    <a:pt x="13198" y="6339"/>
                  </a:lnTo>
                  <a:lnTo>
                    <a:pt x="13198" y="7381"/>
                  </a:lnTo>
                  <a:lnTo>
                    <a:pt x="10564" y="7381"/>
                  </a:lnTo>
                  <a:lnTo>
                    <a:pt x="10564" y="4226"/>
                  </a:lnTo>
                  <a:lnTo>
                    <a:pt x="12127" y="4226"/>
                  </a:lnTo>
                  <a:lnTo>
                    <a:pt x="12127" y="3155"/>
                  </a:lnTo>
                  <a:lnTo>
                    <a:pt x="10564" y="3155"/>
                  </a:lnTo>
                  <a:lnTo>
                    <a:pt x="10564" y="2113"/>
                  </a:lnTo>
                  <a:close/>
                  <a:moveTo>
                    <a:pt x="0" y="0"/>
                  </a:moveTo>
                  <a:lnTo>
                    <a:pt x="0" y="8451"/>
                  </a:lnTo>
                  <a:lnTo>
                    <a:pt x="15832" y="8451"/>
                  </a:lnTo>
                  <a:lnTo>
                    <a:pt x="158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7" name="Google Shape;3077;p54"/>
          <p:cNvGrpSpPr/>
          <p:nvPr/>
        </p:nvGrpSpPr>
        <p:grpSpPr>
          <a:xfrm>
            <a:off x="5133606" y="1879782"/>
            <a:ext cx="448041" cy="441545"/>
            <a:chOff x="-1727600" y="-916350"/>
            <a:chExt cx="530100" cy="524400"/>
          </a:xfrm>
        </p:grpSpPr>
        <p:sp>
          <p:nvSpPr>
            <p:cNvPr id="3078" name="Google Shape;3078;p54"/>
            <p:cNvSpPr/>
            <p:nvPr/>
          </p:nvSpPr>
          <p:spPr>
            <a:xfrm>
              <a:off x="-1727600" y="-916350"/>
              <a:ext cx="530100" cy="124400"/>
            </a:xfrm>
            <a:custGeom>
              <a:avLst/>
              <a:gdLst/>
              <a:ahLst/>
              <a:cxnLst/>
              <a:rect l="l" t="t" r="r" b="b"/>
              <a:pathLst>
                <a:path w="21204" h="4976" extrusionOk="0">
                  <a:moveTo>
                    <a:pt x="3740" y="1854"/>
                  </a:moveTo>
                  <a:lnTo>
                    <a:pt x="3740" y="3122"/>
                  </a:lnTo>
                  <a:lnTo>
                    <a:pt x="2504" y="3122"/>
                  </a:lnTo>
                  <a:lnTo>
                    <a:pt x="2504" y="1854"/>
                  </a:lnTo>
                  <a:close/>
                  <a:moveTo>
                    <a:pt x="6244" y="1854"/>
                  </a:moveTo>
                  <a:lnTo>
                    <a:pt x="6244" y="3122"/>
                  </a:lnTo>
                  <a:lnTo>
                    <a:pt x="4976" y="3122"/>
                  </a:lnTo>
                  <a:lnTo>
                    <a:pt x="4976" y="1854"/>
                  </a:lnTo>
                  <a:close/>
                  <a:moveTo>
                    <a:pt x="8748" y="1854"/>
                  </a:moveTo>
                  <a:lnTo>
                    <a:pt x="8748" y="3122"/>
                  </a:lnTo>
                  <a:lnTo>
                    <a:pt x="7480" y="3122"/>
                  </a:lnTo>
                  <a:lnTo>
                    <a:pt x="7480" y="1854"/>
                  </a:lnTo>
                  <a:close/>
                  <a:moveTo>
                    <a:pt x="0" y="0"/>
                  </a:moveTo>
                  <a:lnTo>
                    <a:pt x="0" y="4976"/>
                  </a:lnTo>
                  <a:lnTo>
                    <a:pt x="21203" y="4976"/>
                  </a:lnTo>
                  <a:lnTo>
                    <a:pt x="21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54"/>
            <p:cNvSpPr/>
            <p:nvPr/>
          </p:nvSpPr>
          <p:spPr>
            <a:xfrm>
              <a:off x="-1597525" y="-696050"/>
              <a:ext cx="269925" cy="304100"/>
            </a:xfrm>
            <a:custGeom>
              <a:avLst/>
              <a:gdLst/>
              <a:ahLst/>
              <a:cxnLst/>
              <a:rect l="l" t="t" r="r" b="b"/>
              <a:pathLst>
                <a:path w="10797" h="12164" extrusionOk="0">
                  <a:moveTo>
                    <a:pt x="7252" y="3936"/>
                  </a:moveTo>
                  <a:lnTo>
                    <a:pt x="8130" y="4814"/>
                  </a:lnTo>
                  <a:lnTo>
                    <a:pt x="5171" y="7740"/>
                  </a:lnTo>
                  <a:lnTo>
                    <a:pt x="3285" y="5854"/>
                  </a:lnTo>
                  <a:lnTo>
                    <a:pt x="4163" y="4944"/>
                  </a:lnTo>
                  <a:lnTo>
                    <a:pt x="5171" y="5984"/>
                  </a:lnTo>
                  <a:lnTo>
                    <a:pt x="7252" y="3936"/>
                  </a:lnTo>
                  <a:close/>
                  <a:moveTo>
                    <a:pt x="5399" y="1"/>
                  </a:moveTo>
                  <a:cubicBezTo>
                    <a:pt x="3903" y="1204"/>
                    <a:pt x="2212" y="2082"/>
                    <a:pt x="391" y="2602"/>
                  </a:cubicBezTo>
                  <a:lnTo>
                    <a:pt x="0" y="2732"/>
                  </a:lnTo>
                  <a:lnTo>
                    <a:pt x="0" y="4163"/>
                  </a:lnTo>
                  <a:cubicBezTo>
                    <a:pt x="0" y="5822"/>
                    <a:pt x="586" y="7415"/>
                    <a:pt x="1659" y="8651"/>
                  </a:cubicBezTo>
                  <a:cubicBezTo>
                    <a:pt x="1724" y="8684"/>
                    <a:pt x="5171" y="12163"/>
                    <a:pt x="5171" y="12163"/>
                  </a:cubicBezTo>
                  <a:lnTo>
                    <a:pt x="5626" y="12163"/>
                  </a:lnTo>
                  <a:cubicBezTo>
                    <a:pt x="5626" y="12163"/>
                    <a:pt x="9106" y="8684"/>
                    <a:pt x="9138" y="8619"/>
                  </a:cubicBezTo>
                  <a:cubicBezTo>
                    <a:pt x="10212" y="7415"/>
                    <a:pt x="10797" y="5822"/>
                    <a:pt x="10797" y="4163"/>
                  </a:cubicBezTo>
                  <a:lnTo>
                    <a:pt x="10797" y="2700"/>
                  </a:lnTo>
                  <a:lnTo>
                    <a:pt x="10147" y="2505"/>
                  </a:lnTo>
                  <a:cubicBezTo>
                    <a:pt x="8651" y="2050"/>
                    <a:pt x="7220" y="1334"/>
                    <a:pt x="5952" y="424"/>
                  </a:cubicBezTo>
                  <a:lnTo>
                    <a:pt x="53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54"/>
            <p:cNvSpPr/>
            <p:nvPr/>
          </p:nvSpPr>
          <p:spPr>
            <a:xfrm>
              <a:off x="-1727600" y="-761075"/>
              <a:ext cx="530100" cy="280500"/>
            </a:xfrm>
            <a:custGeom>
              <a:avLst/>
              <a:gdLst/>
              <a:ahLst/>
              <a:cxnLst/>
              <a:rect l="l" t="t" r="r" b="b"/>
              <a:pathLst>
                <a:path w="21204" h="11220" extrusionOk="0">
                  <a:moveTo>
                    <a:pt x="0" y="0"/>
                  </a:moveTo>
                  <a:lnTo>
                    <a:pt x="0" y="11220"/>
                  </a:lnTo>
                  <a:lnTo>
                    <a:pt x="5301" y="11220"/>
                  </a:lnTo>
                  <a:cubicBezTo>
                    <a:pt x="5008" y="10797"/>
                    <a:pt x="4781" y="10341"/>
                    <a:pt x="4553" y="9854"/>
                  </a:cubicBezTo>
                  <a:cubicBezTo>
                    <a:pt x="4163" y="8878"/>
                    <a:pt x="3968" y="7837"/>
                    <a:pt x="3968" y="6764"/>
                  </a:cubicBezTo>
                  <a:lnTo>
                    <a:pt x="3968" y="4358"/>
                  </a:lnTo>
                  <a:lnTo>
                    <a:pt x="4846" y="4098"/>
                  </a:lnTo>
                  <a:lnTo>
                    <a:pt x="5236" y="4000"/>
                  </a:lnTo>
                  <a:cubicBezTo>
                    <a:pt x="6927" y="3512"/>
                    <a:pt x="8455" y="2732"/>
                    <a:pt x="9821" y="1626"/>
                  </a:cubicBezTo>
                  <a:lnTo>
                    <a:pt x="10569" y="1041"/>
                  </a:lnTo>
                  <a:lnTo>
                    <a:pt x="11350" y="1594"/>
                  </a:lnTo>
                  <a:lnTo>
                    <a:pt x="11870" y="1984"/>
                  </a:lnTo>
                  <a:cubicBezTo>
                    <a:pt x="13041" y="2862"/>
                    <a:pt x="14341" y="3480"/>
                    <a:pt x="15740" y="3935"/>
                  </a:cubicBezTo>
                  <a:lnTo>
                    <a:pt x="16358" y="4130"/>
                  </a:lnTo>
                  <a:lnTo>
                    <a:pt x="17236" y="4390"/>
                  </a:lnTo>
                  <a:lnTo>
                    <a:pt x="17236" y="6764"/>
                  </a:lnTo>
                  <a:cubicBezTo>
                    <a:pt x="17236" y="7837"/>
                    <a:pt x="17041" y="8878"/>
                    <a:pt x="16618" y="9854"/>
                  </a:cubicBezTo>
                  <a:cubicBezTo>
                    <a:pt x="16423" y="10341"/>
                    <a:pt x="16195" y="10797"/>
                    <a:pt x="15902" y="11220"/>
                  </a:cubicBezTo>
                  <a:lnTo>
                    <a:pt x="21203" y="11220"/>
                  </a:lnTo>
                  <a:lnTo>
                    <a:pt x="21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1" name="Google Shape;3081;p54"/>
          <p:cNvSpPr txBox="1">
            <a:spLocks noGrp="1"/>
          </p:cNvSpPr>
          <p:nvPr>
            <p:ph type="subTitle" idx="1"/>
          </p:nvPr>
        </p:nvSpPr>
        <p:spPr>
          <a:xfrm>
            <a:off x="2132775" y="19522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outdated</a:t>
            </a:r>
            <a:r>
              <a:rPr lang="de-DE" dirty="0"/>
              <a:t> </a:t>
            </a:r>
            <a:r>
              <a:rPr lang="de-DE" dirty="0" err="1"/>
              <a:t>content</a:t>
            </a:r>
            <a:endParaRPr lang="de-D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dirty="0" err="1"/>
              <a:t>Identify</a:t>
            </a:r>
            <a:r>
              <a:rPr lang="de-DE" dirty="0"/>
              <a:t> PDFs</a:t>
            </a:r>
            <a:endParaRPr dirty="0"/>
          </a:p>
        </p:txBody>
      </p:sp>
      <p:sp>
        <p:nvSpPr>
          <p:cNvPr id="3082" name="Google Shape;3082;p54"/>
          <p:cNvSpPr txBox="1">
            <a:spLocks noGrp="1"/>
          </p:cNvSpPr>
          <p:nvPr>
            <p:ph type="subTitle" idx="2"/>
          </p:nvPr>
        </p:nvSpPr>
        <p:spPr>
          <a:xfrm>
            <a:off x="2132775" y="15710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PDF SCANNING</a:t>
            </a:r>
            <a:endParaRPr dirty="0"/>
          </a:p>
        </p:txBody>
      </p:sp>
      <p:sp>
        <p:nvSpPr>
          <p:cNvPr id="3083" name="Google Shape;3083;p54"/>
          <p:cNvSpPr txBox="1">
            <a:spLocks noGrp="1"/>
          </p:cNvSpPr>
          <p:nvPr>
            <p:ph type="subTitle" idx="3"/>
          </p:nvPr>
        </p:nvSpPr>
        <p:spPr>
          <a:xfrm>
            <a:off x="2132775" y="34010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Automatic CSV reports for the whole web team</a:t>
            </a:r>
            <a:endParaRPr dirty="0"/>
          </a:p>
        </p:txBody>
      </p:sp>
      <p:sp>
        <p:nvSpPr>
          <p:cNvPr id="3084" name="Google Shape;3084;p54"/>
          <p:cNvSpPr txBox="1">
            <a:spLocks noGrp="1"/>
          </p:cNvSpPr>
          <p:nvPr>
            <p:ph type="subTitle" idx="4"/>
          </p:nvPr>
        </p:nvSpPr>
        <p:spPr>
          <a:xfrm>
            <a:off x="2132775" y="30198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de-DE" dirty="0"/>
              <a:t>CSV REPORTS</a:t>
            </a:r>
            <a:endParaRPr dirty="0"/>
          </a:p>
        </p:txBody>
      </p:sp>
      <p:sp>
        <p:nvSpPr>
          <p:cNvPr id="3085" name="Google Shape;3085;p54"/>
          <p:cNvSpPr txBox="1">
            <a:spLocks noGrp="1"/>
          </p:cNvSpPr>
          <p:nvPr>
            <p:ph type="subTitle" idx="5"/>
          </p:nvPr>
        </p:nvSpPr>
        <p:spPr>
          <a:xfrm>
            <a:off x="5911850" y="19522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Run crawler without my device</a:t>
            </a:r>
            <a:endParaRPr dirty="0"/>
          </a:p>
        </p:txBody>
      </p:sp>
      <p:sp>
        <p:nvSpPr>
          <p:cNvPr id="3086" name="Google Shape;3086;p54"/>
          <p:cNvSpPr txBox="1">
            <a:spLocks noGrp="1"/>
          </p:cNvSpPr>
          <p:nvPr>
            <p:ph type="subTitle" idx="6"/>
          </p:nvPr>
        </p:nvSpPr>
        <p:spPr>
          <a:xfrm>
            <a:off x="5911849" y="1571000"/>
            <a:ext cx="2415991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APPLICATION</a:t>
            </a:r>
            <a:endParaRPr dirty="0"/>
          </a:p>
        </p:txBody>
      </p:sp>
      <p:sp>
        <p:nvSpPr>
          <p:cNvPr id="3087" name="Google Shape;3087;p54"/>
          <p:cNvSpPr txBox="1">
            <a:spLocks noGrp="1"/>
          </p:cNvSpPr>
          <p:nvPr>
            <p:ph type="subTitle" idx="7"/>
          </p:nvPr>
        </p:nvSpPr>
        <p:spPr>
          <a:xfrm>
            <a:off x="5911850" y="3401042"/>
            <a:ext cx="21576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Potential for full website quality monitoring tool</a:t>
            </a:r>
            <a:endParaRPr dirty="0"/>
          </a:p>
        </p:txBody>
      </p:sp>
      <p:sp>
        <p:nvSpPr>
          <p:cNvPr id="3088" name="Google Shape;3088;p54"/>
          <p:cNvSpPr txBox="1">
            <a:spLocks noGrp="1"/>
          </p:cNvSpPr>
          <p:nvPr>
            <p:ph type="subTitle" idx="8"/>
          </p:nvPr>
        </p:nvSpPr>
        <p:spPr>
          <a:xfrm>
            <a:off x="5911850" y="3019800"/>
            <a:ext cx="21576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MONITORING</a:t>
            </a:r>
            <a:endParaRPr dirty="0"/>
          </a:p>
        </p:txBody>
      </p:sp>
      <p:grpSp>
        <p:nvGrpSpPr>
          <p:cNvPr id="2" name="Google Shape;3024;p52">
            <a:extLst>
              <a:ext uri="{FF2B5EF4-FFF2-40B4-BE49-F238E27FC236}">
                <a16:creationId xmlns:a16="http://schemas.microsoft.com/office/drawing/2014/main" id="{E6D8A3C7-0A61-3CBB-B4D7-D656BFFCC568}"/>
              </a:ext>
            </a:extLst>
          </p:cNvPr>
          <p:cNvGrpSpPr/>
          <p:nvPr/>
        </p:nvGrpSpPr>
        <p:grpSpPr>
          <a:xfrm>
            <a:off x="1353521" y="1894814"/>
            <a:ext cx="446475" cy="446475"/>
            <a:chOff x="-4795525" y="2151800"/>
            <a:chExt cx="446475" cy="446475"/>
          </a:xfrm>
        </p:grpSpPr>
        <p:sp>
          <p:nvSpPr>
            <p:cNvPr id="3" name="Google Shape;3025;p52">
              <a:extLst>
                <a:ext uri="{FF2B5EF4-FFF2-40B4-BE49-F238E27FC236}">
                  <a16:creationId xmlns:a16="http://schemas.microsoft.com/office/drawing/2014/main" id="{04C28EF2-244A-6477-11B2-3BFBBA65C100}"/>
                </a:ext>
              </a:extLst>
            </p:cNvPr>
            <p:cNvSpPr/>
            <p:nvPr/>
          </p:nvSpPr>
          <p:spPr>
            <a:xfrm>
              <a:off x="-4532875" y="2362375"/>
              <a:ext cx="183825" cy="235900"/>
            </a:xfrm>
            <a:custGeom>
              <a:avLst/>
              <a:gdLst/>
              <a:ahLst/>
              <a:cxnLst/>
              <a:rect l="l" t="t" r="r" b="b"/>
              <a:pathLst>
                <a:path w="7353" h="9436" extrusionOk="0">
                  <a:moveTo>
                    <a:pt x="5240" y="2084"/>
                  </a:moveTo>
                  <a:lnTo>
                    <a:pt x="5240" y="3126"/>
                  </a:lnTo>
                  <a:lnTo>
                    <a:pt x="2085" y="3126"/>
                  </a:lnTo>
                  <a:lnTo>
                    <a:pt x="2085" y="2084"/>
                  </a:lnTo>
                  <a:close/>
                  <a:moveTo>
                    <a:pt x="3156" y="4197"/>
                  </a:moveTo>
                  <a:lnTo>
                    <a:pt x="3156" y="5239"/>
                  </a:lnTo>
                  <a:lnTo>
                    <a:pt x="2114" y="5239"/>
                  </a:lnTo>
                  <a:lnTo>
                    <a:pt x="2114" y="4197"/>
                  </a:lnTo>
                  <a:close/>
                  <a:moveTo>
                    <a:pt x="5240" y="4197"/>
                  </a:moveTo>
                  <a:lnTo>
                    <a:pt x="5240" y="5239"/>
                  </a:lnTo>
                  <a:lnTo>
                    <a:pt x="4198" y="5239"/>
                  </a:lnTo>
                  <a:lnTo>
                    <a:pt x="4198" y="4197"/>
                  </a:lnTo>
                  <a:close/>
                  <a:moveTo>
                    <a:pt x="3156" y="6281"/>
                  </a:moveTo>
                  <a:lnTo>
                    <a:pt x="3156" y="7351"/>
                  </a:lnTo>
                  <a:lnTo>
                    <a:pt x="2114" y="7351"/>
                  </a:lnTo>
                  <a:lnTo>
                    <a:pt x="2114" y="6281"/>
                  </a:lnTo>
                  <a:close/>
                  <a:moveTo>
                    <a:pt x="5240" y="6281"/>
                  </a:moveTo>
                  <a:lnTo>
                    <a:pt x="5240" y="7351"/>
                  </a:lnTo>
                  <a:lnTo>
                    <a:pt x="4198" y="7351"/>
                  </a:lnTo>
                  <a:lnTo>
                    <a:pt x="4198" y="6281"/>
                  </a:lnTo>
                  <a:close/>
                  <a:moveTo>
                    <a:pt x="1" y="0"/>
                  </a:moveTo>
                  <a:lnTo>
                    <a:pt x="1" y="9435"/>
                  </a:lnTo>
                  <a:lnTo>
                    <a:pt x="7352" y="9435"/>
                  </a:lnTo>
                  <a:lnTo>
                    <a:pt x="7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026;p52">
              <a:extLst>
                <a:ext uri="{FF2B5EF4-FFF2-40B4-BE49-F238E27FC236}">
                  <a16:creationId xmlns:a16="http://schemas.microsoft.com/office/drawing/2014/main" id="{1BF77CAB-9A3F-B7DA-0CC8-FB84A854625A}"/>
                </a:ext>
              </a:extLst>
            </p:cNvPr>
            <p:cNvSpPr/>
            <p:nvPr/>
          </p:nvSpPr>
          <p:spPr>
            <a:xfrm>
              <a:off x="-4795525" y="2151800"/>
              <a:ext cx="315500" cy="394375"/>
            </a:xfrm>
            <a:custGeom>
              <a:avLst/>
              <a:gdLst/>
              <a:ahLst/>
              <a:cxnLst/>
              <a:rect l="l" t="t" r="r" b="b"/>
              <a:pathLst>
                <a:path w="12620" h="15775" extrusionOk="0">
                  <a:moveTo>
                    <a:pt x="10507" y="2114"/>
                  </a:moveTo>
                  <a:lnTo>
                    <a:pt x="10507" y="3155"/>
                  </a:lnTo>
                  <a:lnTo>
                    <a:pt x="2114" y="3155"/>
                  </a:lnTo>
                  <a:lnTo>
                    <a:pt x="2114" y="2114"/>
                  </a:lnTo>
                  <a:close/>
                  <a:moveTo>
                    <a:pt x="10507" y="4197"/>
                  </a:moveTo>
                  <a:lnTo>
                    <a:pt x="10507" y="5268"/>
                  </a:lnTo>
                  <a:lnTo>
                    <a:pt x="2114" y="5268"/>
                  </a:lnTo>
                  <a:lnTo>
                    <a:pt x="2114" y="4197"/>
                  </a:lnTo>
                  <a:close/>
                  <a:moveTo>
                    <a:pt x="6831" y="6310"/>
                  </a:moveTo>
                  <a:lnTo>
                    <a:pt x="6831" y="7352"/>
                  </a:lnTo>
                  <a:lnTo>
                    <a:pt x="2114" y="7352"/>
                  </a:lnTo>
                  <a:lnTo>
                    <a:pt x="2114" y="6310"/>
                  </a:lnTo>
                  <a:close/>
                  <a:moveTo>
                    <a:pt x="8394" y="8423"/>
                  </a:moveTo>
                  <a:lnTo>
                    <a:pt x="8394" y="9465"/>
                  </a:lnTo>
                  <a:lnTo>
                    <a:pt x="2114" y="9465"/>
                  </a:lnTo>
                  <a:lnTo>
                    <a:pt x="2114" y="8423"/>
                  </a:lnTo>
                  <a:close/>
                  <a:moveTo>
                    <a:pt x="8423" y="10507"/>
                  </a:moveTo>
                  <a:lnTo>
                    <a:pt x="8423" y="11549"/>
                  </a:lnTo>
                  <a:lnTo>
                    <a:pt x="6310" y="11549"/>
                  </a:lnTo>
                  <a:lnTo>
                    <a:pt x="6310" y="10507"/>
                  </a:lnTo>
                  <a:close/>
                  <a:moveTo>
                    <a:pt x="4197" y="10507"/>
                  </a:moveTo>
                  <a:lnTo>
                    <a:pt x="4197" y="11549"/>
                  </a:lnTo>
                  <a:lnTo>
                    <a:pt x="5268" y="11549"/>
                  </a:lnTo>
                  <a:lnTo>
                    <a:pt x="5268" y="12620"/>
                  </a:lnTo>
                  <a:lnTo>
                    <a:pt x="4197" y="12620"/>
                  </a:lnTo>
                  <a:lnTo>
                    <a:pt x="4197" y="13662"/>
                  </a:lnTo>
                  <a:lnTo>
                    <a:pt x="3156" y="13662"/>
                  </a:lnTo>
                  <a:lnTo>
                    <a:pt x="3156" y="12620"/>
                  </a:lnTo>
                  <a:lnTo>
                    <a:pt x="2114" y="12620"/>
                  </a:lnTo>
                  <a:lnTo>
                    <a:pt x="2114" y="11549"/>
                  </a:lnTo>
                  <a:lnTo>
                    <a:pt x="3156" y="11549"/>
                  </a:lnTo>
                  <a:lnTo>
                    <a:pt x="3156" y="10507"/>
                  </a:lnTo>
                  <a:close/>
                  <a:moveTo>
                    <a:pt x="8423" y="12620"/>
                  </a:moveTo>
                  <a:lnTo>
                    <a:pt x="8423" y="13662"/>
                  </a:lnTo>
                  <a:lnTo>
                    <a:pt x="6310" y="13662"/>
                  </a:lnTo>
                  <a:lnTo>
                    <a:pt x="6310" y="12620"/>
                  </a:lnTo>
                  <a:close/>
                  <a:moveTo>
                    <a:pt x="1" y="1"/>
                  </a:moveTo>
                  <a:lnTo>
                    <a:pt x="1" y="15774"/>
                  </a:lnTo>
                  <a:lnTo>
                    <a:pt x="9465" y="15774"/>
                  </a:lnTo>
                  <a:lnTo>
                    <a:pt x="9465" y="7352"/>
                  </a:lnTo>
                  <a:lnTo>
                    <a:pt x="12620" y="7352"/>
                  </a:lnTo>
                  <a:lnTo>
                    <a:pt x="126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9">
          <a:extLst>
            <a:ext uri="{FF2B5EF4-FFF2-40B4-BE49-F238E27FC236}">
              <a16:creationId xmlns:a16="http://schemas.microsoft.com/office/drawing/2014/main" id="{BACFD672-60EE-74E4-A11F-6DF22560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46">
            <a:extLst>
              <a:ext uri="{FF2B5EF4-FFF2-40B4-BE49-F238E27FC236}">
                <a16:creationId xmlns:a16="http://schemas.microsoft.com/office/drawing/2014/main" id="{B5574E4B-E84E-5599-B9E1-3886640C7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CONCLUSION</a:t>
            </a:r>
          </a:p>
        </p:txBody>
      </p:sp>
      <p:sp>
        <p:nvSpPr>
          <p:cNvPr id="2721" name="Google Shape;2721;p46">
            <a:extLst>
              <a:ext uri="{FF2B5EF4-FFF2-40B4-BE49-F238E27FC236}">
                <a16:creationId xmlns:a16="http://schemas.microsoft.com/office/drawing/2014/main" id="{352488AD-948A-EA88-6871-A0430FB2F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60284" y="1489209"/>
            <a:ext cx="5023432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>
                <a:solidFill>
                  <a:schemeClr val="tx2"/>
                </a:solidFill>
              </a:rPr>
              <a:t>Operating Systems </a:t>
            </a:r>
            <a:r>
              <a:rPr lang="de-DE" dirty="0" err="1">
                <a:solidFill>
                  <a:schemeClr val="tx2"/>
                </a:solidFill>
              </a:rPr>
              <a:t>concepts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/>
              <a:t>with</a:t>
            </a:r>
            <a:r>
              <a:rPr lang="de-DE" dirty="0"/>
              <a:t> real web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needs</a:t>
            </a:r>
            <a:endParaRPr lang="de-DE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 err="1"/>
              <a:t>Built</a:t>
            </a:r>
            <a:r>
              <a:rPr lang="de-DE" dirty="0"/>
              <a:t> a </a:t>
            </a:r>
            <a:r>
              <a:rPr lang="de-DE" dirty="0">
                <a:solidFill>
                  <a:schemeClr val="tx2"/>
                </a:solidFill>
              </a:rPr>
              <a:t>fast, safe, flexible </a:t>
            </a:r>
            <a:r>
              <a:rPr lang="de-DE" dirty="0" err="1"/>
              <a:t>crawler</a:t>
            </a:r>
            <a:endParaRPr lang="de-DE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/>
              <a:t>Scans </a:t>
            </a:r>
            <a:r>
              <a:rPr lang="de-DE" dirty="0" err="1"/>
              <a:t>entire</a:t>
            </a:r>
            <a:r>
              <a:rPr lang="de-DE" dirty="0"/>
              <a:t> </a:t>
            </a:r>
            <a:r>
              <a:rPr lang="de-DE" dirty="0" err="1"/>
              <a:t>website</a:t>
            </a:r>
            <a:r>
              <a:rPr lang="de-DE" dirty="0"/>
              <a:t> in </a:t>
            </a:r>
            <a:r>
              <a:rPr lang="de-DE" dirty="0" err="1">
                <a:solidFill>
                  <a:schemeClr val="tx2"/>
                </a:solidFill>
              </a:rPr>
              <a:t>minutes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hours</a:t>
            </a:r>
            <a:endParaRPr lang="de-DE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 err="1"/>
              <a:t>Helps</a:t>
            </a:r>
            <a:r>
              <a:rPr lang="de-DE" dirty="0"/>
              <a:t> Marian fix </a:t>
            </a:r>
            <a:r>
              <a:rPr lang="de-DE" dirty="0" err="1">
                <a:solidFill>
                  <a:schemeClr val="tx2"/>
                </a:solidFill>
              </a:rPr>
              <a:t>broken</a:t>
            </a:r>
            <a:r>
              <a:rPr lang="de-DE" dirty="0">
                <a:solidFill>
                  <a:schemeClr val="tx2"/>
                </a:solidFill>
              </a:rPr>
              <a:t> links &amp; Cascade </a:t>
            </a:r>
            <a:r>
              <a:rPr lang="de-DE" dirty="0" err="1">
                <a:solidFill>
                  <a:schemeClr val="tx2"/>
                </a:solidFill>
              </a:rPr>
              <a:t>login</a:t>
            </a:r>
            <a:r>
              <a:rPr lang="de-DE" dirty="0">
                <a:solidFill>
                  <a:schemeClr val="tx2"/>
                </a:solidFill>
              </a:rPr>
              <a:t> links </a:t>
            </a:r>
            <a:r>
              <a:rPr lang="de-DE" dirty="0" err="1"/>
              <a:t>across</a:t>
            </a:r>
            <a:r>
              <a:rPr lang="de-DE" dirty="0"/>
              <a:t> 1,600+ </a:t>
            </a:r>
            <a:r>
              <a:rPr lang="de-DE" dirty="0" err="1"/>
              <a:t>pages</a:t>
            </a:r>
            <a:endParaRPr lang="de-DE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 err="1"/>
              <a:t>Saves</a:t>
            </a:r>
            <a:r>
              <a:rPr lang="de-DE" dirty="0"/>
              <a:t> time &amp; </a:t>
            </a: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overall</a:t>
            </a:r>
            <a:r>
              <a:rPr lang="de-DE" dirty="0"/>
              <a:t> </a:t>
            </a:r>
            <a:r>
              <a:rPr lang="de-DE" dirty="0" err="1"/>
              <a:t>website</a:t>
            </a:r>
            <a:r>
              <a:rPr lang="de-DE" dirty="0"/>
              <a:t> </a:t>
            </a:r>
            <a:r>
              <a:rPr lang="de-DE" dirty="0" err="1"/>
              <a:t>quality</a:t>
            </a:r>
            <a:endParaRPr lang="de-DE" dirty="0"/>
          </a:p>
          <a:p>
            <a:pPr marL="285750" indent="-285750">
              <a:lnSpc>
                <a:spcPct val="100000"/>
              </a:lnSpc>
              <a:buClr>
                <a:schemeClr val="hlink"/>
              </a:buClr>
              <a:buSzPts val="1100"/>
            </a:pPr>
            <a:r>
              <a:rPr lang="de-DE" dirty="0"/>
              <a:t>Strong potential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>
                <a:solidFill>
                  <a:schemeClr val="tx2"/>
                </a:solidFill>
              </a:rPr>
              <a:t>future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extensions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/>
              <a:t>(PDF </a:t>
            </a:r>
            <a:r>
              <a:rPr lang="de-DE" dirty="0" err="1"/>
              <a:t>scanning</a:t>
            </a:r>
            <a:r>
              <a:rPr lang="de-DE" dirty="0"/>
              <a:t>, </a:t>
            </a:r>
            <a:r>
              <a:rPr lang="de-DE" dirty="0" err="1"/>
              <a:t>dashboard</a:t>
            </a:r>
            <a:r>
              <a:rPr lang="de-DE" dirty="0"/>
              <a:t>, web </a:t>
            </a:r>
            <a:r>
              <a:rPr lang="de-DE" dirty="0" err="1"/>
              <a:t>app</a:t>
            </a:r>
            <a:r>
              <a:rPr lang="de-DE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0775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04C41D8-1619-956A-0F4F-4E14EE8AE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573" y="3523510"/>
            <a:ext cx="4153260" cy="777600"/>
          </a:xfrm>
          <a:prstGeom prst="rect">
            <a:avLst/>
          </a:prstGeom>
        </p:spPr>
      </p:pic>
      <p:sp>
        <p:nvSpPr>
          <p:cNvPr id="3440" name="Google Shape;3440;p74"/>
          <p:cNvSpPr txBox="1">
            <a:spLocks noGrp="1"/>
          </p:cNvSpPr>
          <p:nvPr>
            <p:ph type="title"/>
          </p:nvPr>
        </p:nvSpPr>
        <p:spPr>
          <a:xfrm>
            <a:off x="2832750" y="621225"/>
            <a:ext cx="3478500" cy="7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grpSp>
        <p:nvGrpSpPr>
          <p:cNvPr id="3450" name="Google Shape;3450;p74"/>
          <p:cNvGrpSpPr/>
          <p:nvPr/>
        </p:nvGrpSpPr>
        <p:grpSpPr>
          <a:xfrm>
            <a:off x="2939100" y="1481620"/>
            <a:ext cx="3265800" cy="135300"/>
            <a:chOff x="2939100" y="1481620"/>
            <a:chExt cx="3265800" cy="135300"/>
          </a:xfrm>
        </p:grpSpPr>
        <p:cxnSp>
          <p:nvCxnSpPr>
            <p:cNvPr id="3451" name="Google Shape;3451;p74"/>
            <p:cNvCxnSpPr>
              <a:stCxn id="3452" idx="6"/>
              <a:endCxn id="3453" idx="2"/>
            </p:cNvCxnSpPr>
            <p:nvPr/>
          </p:nvCxnSpPr>
          <p:spPr>
            <a:xfrm>
              <a:off x="3074400" y="1549270"/>
              <a:ext cx="2995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  <p:sp>
          <p:nvSpPr>
            <p:cNvPr id="3452" name="Google Shape;3452;p74"/>
            <p:cNvSpPr/>
            <p:nvPr/>
          </p:nvSpPr>
          <p:spPr>
            <a:xfrm>
              <a:off x="2939100" y="14816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74"/>
            <p:cNvSpPr/>
            <p:nvPr/>
          </p:nvSpPr>
          <p:spPr>
            <a:xfrm>
              <a:off x="6069600" y="148162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54" name="Google Shape;3454;p74"/>
            <p:cNvCxnSpPr>
              <a:stCxn id="3452" idx="6"/>
              <a:endCxn id="3453" idx="2"/>
            </p:cNvCxnSpPr>
            <p:nvPr/>
          </p:nvCxnSpPr>
          <p:spPr>
            <a:xfrm>
              <a:off x="3074400" y="1549270"/>
              <a:ext cx="2995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3462" name="Google Shape;3462;p74"/>
          <p:cNvSpPr txBox="1">
            <a:spLocks noGrp="1"/>
          </p:cNvSpPr>
          <p:nvPr>
            <p:ph type="subTitle" idx="1"/>
          </p:nvPr>
        </p:nvSpPr>
        <p:spPr>
          <a:xfrm>
            <a:off x="2832750" y="3965209"/>
            <a:ext cx="3478500" cy="877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bg1"/>
                </a:solidFill>
              </a:rPr>
              <a:t>Do you have any questions?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CA46F4-16C8-8816-DC9C-0C005D0CE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978435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Bildschirmpräsentation (16:9)</PresentationFormat>
  <Paragraphs>102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Play</vt:lpstr>
      <vt:lpstr>Source Sans Pro</vt:lpstr>
      <vt:lpstr>Computer Science &amp; Mathematics Major For College: Computer Science &amp; Programming by Slidesgo</vt:lpstr>
      <vt:lpstr>A Multi-Threaded Broken-Link Checker for the Marian University Website  An Operating-Systems–Informed Design and Evaluation</vt:lpstr>
      <vt:lpstr>TABLE OF CONTENTS</vt:lpstr>
      <vt:lpstr>BACKGROUND &amp; MOTIVATION</vt:lpstr>
      <vt:lpstr>WHY THIS PROJECT MATTERS</vt:lpstr>
      <vt:lpstr>CASCADE LOGIN LINK</vt:lpstr>
      <vt:lpstr>PowerPoint-Präsentation</vt:lpstr>
      <vt:lpstr>PowerPoint-Präsentation</vt:lpstr>
      <vt:lpstr>PowerPoint-Präsentation</vt:lpstr>
      <vt:lpstr>SYSTEM OVERVIEW</vt:lpstr>
      <vt:lpstr>WHY THREADS?</vt:lpstr>
      <vt:lpstr>LRU CACHE (LEAST RECENTLY USED)</vt:lpstr>
      <vt:lpstr>WORKER LOGIC</vt:lpstr>
      <vt:lpstr>FUTURE WORK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Jonas Schaefer</dc:creator>
  <cp:lastModifiedBy>Jonas Schaefer</cp:lastModifiedBy>
  <cp:revision>1</cp:revision>
  <dcterms:modified xsi:type="dcterms:W3CDTF">2025-12-05T16:32:05Z</dcterms:modified>
</cp:coreProperties>
</file>